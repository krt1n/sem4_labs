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notesMasterIdLst>
    <p:notesMasterId r:id="rId35"/>
  </p:notesMasterIdLst>
  <p:handoutMasterIdLst>
    <p:handoutMasterId r:id="rId36"/>
  </p:handoutMasterIdLst>
  <p:sldIdLst>
    <p:sldId id="256" r:id="rId4"/>
    <p:sldId id="640" r:id="rId5"/>
    <p:sldId id="641" r:id="rId6"/>
    <p:sldId id="642" r:id="rId7"/>
    <p:sldId id="578" r:id="rId8"/>
    <p:sldId id="585" r:id="rId9"/>
    <p:sldId id="579" r:id="rId10"/>
    <p:sldId id="580" r:id="rId11"/>
    <p:sldId id="581" r:id="rId12"/>
    <p:sldId id="582" r:id="rId13"/>
    <p:sldId id="583" r:id="rId14"/>
    <p:sldId id="586" r:id="rId15"/>
    <p:sldId id="587" r:id="rId16"/>
    <p:sldId id="588" r:id="rId17"/>
    <p:sldId id="643" r:id="rId18"/>
    <p:sldId id="584" r:id="rId19"/>
    <p:sldId id="520" r:id="rId20"/>
    <p:sldId id="617" r:id="rId21"/>
    <p:sldId id="618" r:id="rId22"/>
    <p:sldId id="619" r:id="rId23"/>
    <p:sldId id="620" r:id="rId24"/>
    <p:sldId id="621" r:id="rId25"/>
    <p:sldId id="622" r:id="rId26"/>
    <p:sldId id="623" r:id="rId27"/>
    <p:sldId id="624" r:id="rId28"/>
    <p:sldId id="625" r:id="rId29"/>
    <p:sldId id="626" r:id="rId30"/>
    <p:sldId id="635" r:id="rId31"/>
    <p:sldId id="644" r:id="rId32"/>
    <p:sldId id="645" r:id="rId33"/>
    <p:sldId id="646" r:id="rId34"/>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9CCFF"/>
    <a:srgbClr val="FFFF00"/>
    <a:srgbClr val="DDDDDD"/>
    <a:srgbClr val="C0C0C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DHI P - 240911476 - MITMPL" userId="S::nidhi6.mitmpl2024@learner.manipal.edu::105851b6-34e9-483a-b4f7-b39694caaa28" providerId="AD" clId="Web-{646C5E1F-9BDE-CE34-27B3-20B9EAEC466F}"/>
    <pc:docChg chg="addSld delSld">
      <pc:chgData name="NIDHI P - 240911476 - MITMPL" userId="S::nidhi6.mitmpl2024@learner.manipal.edu::105851b6-34e9-483a-b4f7-b39694caaa28" providerId="AD" clId="Web-{646C5E1F-9BDE-CE34-27B3-20B9EAEC466F}" dt="2026-01-30T04:05:46" v="1"/>
      <pc:docMkLst>
        <pc:docMk/>
      </pc:docMkLst>
      <pc:sldChg chg="add del">
        <pc:chgData name="NIDHI P - 240911476 - MITMPL" userId="S::nidhi6.mitmpl2024@learner.manipal.edu::105851b6-34e9-483a-b4f7-b39694caaa28" providerId="AD" clId="Web-{646C5E1F-9BDE-CE34-27B3-20B9EAEC466F}" dt="2026-01-30T04:05:46" v="1"/>
        <pc:sldMkLst>
          <pc:docMk/>
          <pc:sldMk cId="0" sldId="52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00CF4-4E78-E69B-5B35-19F775D3E9B3}"/>
              </a:ext>
            </a:extLst>
          </p:cNvPr>
          <p:cNvSpPr>
            <a:spLocks noGrp="1"/>
          </p:cNvSpPr>
          <p:nvPr>
            <p:ph type="hdr" sz="quarter"/>
          </p:nvPr>
        </p:nvSpPr>
        <p:spPr>
          <a:xfrm>
            <a:off x="0" y="0"/>
            <a:ext cx="3170238" cy="479425"/>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759DCBA1-9986-809F-508A-40853A2AE1CB}"/>
              </a:ext>
            </a:extLst>
          </p:cNvPr>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eaLnBrk="1" hangingPunct="1">
              <a:defRPr sz="1200"/>
            </a:lvl1pPr>
          </a:lstStyle>
          <a:p>
            <a:pPr>
              <a:defRPr/>
            </a:pPr>
            <a:fld id="{A0E21CF9-115C-40B1-A587-6CA765712E42}" type="datetimeFigureOut">
              <a:rPr lang="en-US"/>
              <a:pPr>
                <a:defRPr/>
              </a:pPr>
              <a:t>2/1/2026</a:t>
            </a:fld>
            <a:endParaRPr lang="en-US"/>
          </a:p>
        </p:txBody>
      </p:sp>
      <p:sp>
        <p:nvSpPr>
          <p:cNvPr id="4" name="Footer Placeholder 3">
            <a:extLst>
              <a:ext uri="{FF2B5EF4-FFF2-40B4-BE49-F238E27FC236}">
                <a16:creationId xmlns:a16="http://schemas.microsoft.com/office/drawing/2014/main" id="{1EC2A1B2-1A48-646A-C5F0-62D35120F8AC}"/>
              </a:ext>
            </a:extLst>
          </p:cNvPr>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5" name="Slide Number Placeholder 4">
            <a:extLst>
              <a:ext uri="{FF2B5EF4-FFF2-40B4-BE49-F238E27FC236}">
                <a16:creationId xmlns:a16="http://schemas.microsoft.com/office/drawing/2014/main" id="{3CF75877-4EEA-6593-AF49-C9D6CD987BC0}"/>
              </a:ext>
            </a:extLst>
          </p:cNvPr>
          <p:cNvSpPr>
            <a:spLocks noGrp="1"/>
          </p:cNvSpPr>
          <p:nvPr>
            <p:ph type="sldNum" sz="quarter" idx="3"/>
          </p:nvPr>
        </p:nvSpPr>
        <p:spPr>
          <a:xfrm>
            <a:off x="4143375" y="9120188"/>
            <a:ext cx="3170238" cy="479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A0C5E0-8A29-4CD7-AA74-8C924B3BD9B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2DDFFB0-6203-AC7A-534C-3977F8DB1F38}"/>
              </a:ext>
            </a:extLst>
          </p:cNvPr>
          <p:cNvSpPr>
            <a:spLocks noGrp="1"/>
          </p:cNvSpPr>
          <p:nvPr>
            <p:ph type="hdr" sz="quarter"/>
          </p:nvPr>
        </p:nvSpPr>
        <p:spPr>
          <a:xfrm>
            <a:off x="0" y="0"/>
            <a:ext cx="3170238" cy="479425"/>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7EB17344-310C-4DBF-4392-2158605E55B1}"/>
              </a:ext>
            </a:extLst>
          </p:cNvPr>
          <p:cNvSpPr>
            <a:spLocks noGrp="1"/>
          </p:cNvSpPr>
          <p:nvPr>
            <p:ph type="dt" idx="1"/>
          </p:nvPr>
        </p:nvSpPr>
        <p:spPr>
          <a:xfrm>
            <a:off x="4143375" y="0"/>
            <a:ext cx="3170238" cy="479425"/>
          </a:xfrm>
          <a:prstGeom prst="rect">
            <a:avLst/>
          </a:prstGeom>
        </p:spPr>
        <p:txBody>
          <a:bodyPr vert="horz" lIns="91440" tIns="45720" rIns="91440" bIns="45720" rtlCol="0"/>
          <a:lstStyle>
            <a:lvl1pPr algn="r" eaLnBrk="1" hangingPunct="1">
              <a:defRPr sz="1200"/>
            </a:lvl1pPr>
          </a:lstStyle>
          <a:p>
            <a:pPr>
              <a:defRPr/>
            </a:pPr>
            <a:fld id="{193C2B20-2C20-45FE-AB10-B2F7CD279DF2}" type="datetimeFigureOut">
              <a:rPr lang="en-US"/>
              <a:pPr>
                <a:defRPr/>
              </a:pPr>
              <a:t>2/1/2026</a:t>
            </a:fld>
            <a:endParaRPr lang="en-US"/>
          </a:p>
        </p:txBody>
      </p:sp>
      <p:sp>
        <p:nvSpPr>
          <p:cNvPr id="4" name="Slide Image Placeholder 3">
            <a:extLst>
              <a:ext uri="{FF2B5EF4-FFF2-40B4-BE49-F238E27FC236}">
                <a16:creationId xmlns:a16="http://schemas.microsoft.com/office/drawing/2014/main" id="{2D716D70-A24F-F984-FDF8-6F1CF76DDF6B}"/>
              </a:ext>
            </a:extLst>
          </p:cNvPr>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5DDFA65-891B-EFF4-439E-C0F408BBD76F}"/>
              </a:ext>
            </a:extLst>
          </p:cNvPr>
          <p:cNvSpPr>
            <a:spLocks noGrp="1"/>
          </p:cNvSpPr>
          <p:nvPr>
            <p:ph type="body" sz="quarter" idx="3"/>
          </p:nvPr>
        </p:nvSpPr>
        <p:spPr>
          <a:xfrm>
            <a:off x="730250" y="4560888"/>
            <a:ext cx="5854700"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5545121-C8E6-67EB-A630-6B715B31FB17}"/>
              </a:ext>
            </a:extLst>
          </p:cNvPr>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AE8F1F66-E928-5D59-5CD8-9771348851C8}"/>
              </a:ext>
            </a:extLst>
          </p:cNvPr>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1B64E07-FF71-4EFC-B2AB-4AD69397CE3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2" name="Picture 6" descr="Unbenannt-2">
            <a:extLst>
              <a:ext uri="{FF2B5EF4-FFF2-40B4-BE49-F238E27FC236}">
                <a16:creationId xmlns:a16="http://schemas.microsoft.com/office/drawing/2014/main" id="{8570AF54-9FB1-56BC-DFCE-65181E7934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7713" y="2887663"/>
            <a:ext cx="13811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3" descr="PP small">
            <a:extLst>
              <a:ext uri="{FF2B5EF4-FFF2-40B4-BE49-F238E27FC236}">
                <a16:creationId xmlns:a16="http://schemas.microsoft.com/office/drawing/2014/main" id="{6A1B8288-0ABE-011A-043B-30444BDA2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4532"/>
          <a:stretch>
            <a:fillRect/>
          </a:stretch>
        </p:blipFill>
        <p:spPr bwMode="auto">
          <a:xfrm>
            <a:off x="5516563" y="6005513"/>
            <a:ext cx="32258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p:spPr>
        <p:txBody>
          <a:bodyPr lIns="91440" rIns="91440" anchor="b"/>
          <a:lstStyle>
            <a:lvl1pPr>
              <a:defRPr sz="2800">
                <a:solidFill>
                  <a:schemeClr val="bg1"/>
                </a:solidFill>
              </a:defRPr>
            </a:lvl1pPr>
          </a:lstStyle>
          <a:p>
            <a:r>
              <a:rPr lang="en-US"/>
              <a:t>Click to edit Master title style</a:t>
            </a:r>
            <a:endParaRPr lang="de-DE"/>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r>
              <a:rPr lang="en-US"/>
              <a:t>Click to edit Master subtitle style</a:t>
            </a:r>
          </a:p>
        </p:txBody>
      </p:sp>
    </p:spTree>
    <p:extLst>
      <p:ext uri="{BB962C8B-B14F-4D97-AF65-F5344CB8AC3E}">
        <p14:creationId xmlns:p14="http://schemas.microsoft.com/office/powerpoint/2010/main" val="3838670535"/>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349E645-2383-7F71-9751-4244F3E9D815}"/>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25625712"/>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6896B2B2-4FB5-25B4-3BBE-1725D5871767}"/>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91906383"/>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AD110B2-EA4F-FBFF-7E9B-F96B03AE9085}"/>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84792906"/>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7560C9D-A5C3-2D80-5D63-9F59E92B9810}"/>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205381820"/>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32CC3267-76A1-90FC-73E3-AC4B5B256418}"/>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699653907"/>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D3AC110-A6BF-155F-91B1-22D1C5F250AE}"/>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219032795"/>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840BEA87-92FF-3EC3-39F1-62BFE4664770}"/>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10139695"/>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4DFA06C-E828-D8F1-700A-AAC6C5693FEC}"/>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35608770"/>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C158781-D199-27BB-5D2A-6CE2563810CE}"/>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260880726"/>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B39B8F1-6A40-3CE4-85AA-4C72DDFCB442}"/>
              </a:ext>
            </a:extLst>
          </p:cNvPr>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28565848"/>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normAutofit/>
          </a:bodyPr>
          <a:lstStyle/>
          <a:p>
            <a:pPr lvl="0"/>
            <a:r>
              <a:rPr lang="en-US" noProof="0"/>
              <a:t>Click icon to add table</a:t>
            </a:r>
          </a:p>
        </p:txBody>
      </p:sp>
      <p:sp>
        <p:nvSpPr>
          <p:cNvPr id="4" name="Date Placeholder 3">
            <a:extLst>
              <a:ext uri="{FF2B5EF4-FFF2-40B4-BE49-F238E27FC236}">
                <a16:creationId xmlns:a16="http://schemas.microsoft.com/office/drawing/2014/main" id="{DBBA8913-1EA0-72D7-991A-54617885CEA3}"/>
              </a:ext>
            </a:extLst>
          </p:cNvPr>
          <p:cNvSpPr>
            <a:spLocks noGrp="1"/>
          </p:cNvSpPr>
          <p:nvPr>
            <p:ph type="dt" sz="half" idx="10"/>
          </p:nvPr>
        </p:nvSpPr>
        <p:spPr>
          <a:xfrm>
            <a:off x="457200" y="6243638"/>
            <a:ext cx="2133600" cy="457200"/>
          </a:xfrm>
          <a:prstGeom prst="rect">
            <a:avLst/>
          </a:prstGeom>
        </p:spPr>
        <p:txBody>
          <a:bodyPr/>
          <a:lstStyle>
            <a:lvl1pPr eaLnBrk="1" hangingPunct="1">
              <a:defRPr/>
            </a:lvl1pPr>
          </a:lstStyle>
          <a:p>
            <a:pPr>
              <a:defRPr/>
            </a:pPr>
            <a:r>
              <a:rPr lang="en-US"/>
              <a:t>01-Sept-2010</a:t>
            </a:r>
          </a:p>
        </p:txBody>
      </p:sp>
      <p:sp>
        <p:nvSpPr>
          <p:cNvPr id="5" name="Footer Placeholder 4">
            <a:extLst>
              <a:ext uri="{FF2B5EF4-FFF2-40B4-BE49-F238E27FC236}">
                <a16:creationId xmlns:a16="http://schemas.microsoft.com/office/drawing/2014/main" id="{4387A450-1DC1-CEF7-0D74-A532BB3625F6}"/>
              </a:ext>
            </a:extLst>
          </p:cNvPr>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8891CDF-C65E-86F9-CD5F-F7FA161A7AE6}"/>
              </a:ext>
            </a:extLst>
          </p:cNvPr>
          <p:cNvSpPr>
            <a:spLocks noGrp="1"/>
          </p:cNvSpPr>
          <p:nvPr>
            <p:ph type="sldNum" sz="quarter" idx="12"/>
          </p:nvPr>
        </p:nvSpPr>
        <p:spPr>
          <a:xfrm>
            <a:off x="6553200" y="6243638"/>
            <a:ext cx="21336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FEC962D-22A6-4B1C-A5C1-A716F679A224}" type="slidenum">
              <a:rPr lang="en-US" altLang="en-US"/>
              <a:pPr>
                <a:defRPr/>
              </a:pPr>
              <a:t>‹#›</a:t>
            </a:fld>
            <a:endParaRPr lang="en-US" altLang="en-US"/>
          </a:p>
        </p:txBody>
      </p:sp>
    </p:spTree>
    <p:extLst>
      <p:ext uri="{BB962C8B-B14F-4D97-AF65-F5344CB8AC3E}">
        <p14:creationId xmlns:p14="http://schemas.microsoft.com/office/powerpoint/2010/main" val="73700586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9553C2-8341-2AAD-F5DA-4D0BD8F107A0}"/>
              </a:ext>
            </a:extLst>
          </p:cNvPr>
          <p:cNvSpPr>
            <a:spLocks noGrp="1" noChangeArrowheads="1"/>
          </p:cNvSpPr>
          <p:nvPr>
            <p:ph type="title"/>
          </p:nvPr>
        </p:nvSpPr>
        <p:spPr bwMode="auto">
          <a:xfrm>
            <a:off x="314325" y="622300"/>
            <a:ext cx="85153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title style</a:t>
            </a:r>
            <a:endParaRPr lang="de-DE" altLang="en-US"/>
          </a:p>
        </p:txBody>
      </p:sp>
      <p:sp>
        <p:nvSpPr>
          <p:cNvPr id="1027" name="Rectangle 3">
            <a:extLst>
              <a:ext uri="{FF2B5EF4-FFF2-40B4-BE49-F238E27FC236}">
                <a16:creationId xmlns:a16="http://schemas.microsoft.com/office/drawing/2014/main" id="{96D1A3C2-0E16-EE86-9A9D-A663E81A88E8}"/>
              </a:ext>
            </a:extLst>
          </p:cNvPr>
          <p:cNvSpPr>
            <a:spLocks noGrp="1" noChangeArrowheads="1"/>
          </p:cNvSpPr>
          <p:nvPr>
            <p:ph type="body" idx="1"/>
          </p:nvPr>
        </p:nvSpPr>
        <p:spPr bwMode="auto">
          <a:xfrm>
            <a:off x="319088" y="1879600"/>
            <a:ext cx="8524875"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de-DE" altLang="en-US"/>
          </a:p>
        </p:txBody>
      </p:sp>
      <p:sp>
        <p:nvSpPr>
          <p:cNvPr id="1044485" name="Rectangle 5">
            <a:extLst>
              <a:ext uri="{FF2B5EF4-FFF2-40B4-BE49-F238E27FC236}">
                <a16:creationId xmlns:a16="http://schemas.microsoft.com/office/drawing/2014/main" id="{E9DE82DE-E037-2CF8-7E47-A45D5DAC0C43}"/>
              </a:ext>
            </a:extLst>
          </p:cNvPr>
          <p:cNvSpPr>
            <a:spLocks noGrp="1" noChangeArrowheads="1"/>
          </p:cNvSpPr>
          <p:nvPr>
            <p:ph type="ftr" sz="quarter" idx="3"/>
          </p:nvPr>
        </p:nvSpPr>
        <p:spPr bwMode="auto">
          <a:xfrm>
            <a:off x="276225" y="6408738"/>
            <a:ext cx="2762250" cy="24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2"/>
                </a:solidFill>
                <a:latin typeface="Times New Roman" charset="0"/>
              </a:defRPr>
            </a:lvl1pPr>
          </a:lstStyle>
          <a:p>
            <a:pPr>
              <a:defRPr/>
            </a:pPr>
            <a:endParaRPr lang="en-US"/>
          </a:p>
        </p:txBody>
      </p:sp>
      <p:pic>
        <p:nvPicPr>
          <p:cNvPr id="1029" name="Picture 17" descr="PP small">
            <a:extLst>
              <a:ext uri="{FF2B5EF4-FFF2-40B4-BE49-F238E27FC236}">
                <a16:creationId xmlns:a16="http://schemas.microsoft.com/office/drawing/2014/main" id="{C250DC8E-4785-E208-48CE-E58747C8C1B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b="34532"/>
          <a:stretch>
            <a:fillRect/>
          </a:stretch>
        </p:blipFill>
        <p:spPr bwMode="auto">
          <a:xfrm>
            <a:off x="6361113" y="6350000"/>
            <a:ext cx="2463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99" r:id="rId1"/>
    <p:sldLayoutId id="2147484389" r:id="rId2"/>
    <p:sldLayoutId id="2147484390" r:id="rId3"/>
    <p:sldLayoutId id="2147484391" r:id="rId4"/>
    <p:sldLayoutId id="2147484392" r:id="rId5"/>
    <p:sldLayoutId id="2147484393" r:id="rId6"/>
    <p:sldLayoutId id="2147484394" r:id="rId7"/>
    <p:sldLayoutId id="2147484395" r:id="rId8"/>
    <p:sldLayoutId id="2147484396" r:id="rId9"/>
    <p:sldLayoutId id="2147484397" r:id="rId10"/>
    <p:sldLayoutId id="2147484398" r:id="rId11"/>
    <p:sldLayoutId id="2147484400" r:id="rId12"/>
  </p:sldLayoutIdLst>
  <p:transition spd="med">
    <p:wipe dir="r"/>
  </p:transition>
  <p:hf hdr="0" ftr="0" dt="0"/>
  <p:txStyles>
    <p:titleStyle>
      <a:lvl1pPr algn="l" rtl="0" eaLnBrk="0" fontAlgn="base" hangingPunct="0">
        <a:lnSpc>
          <a:spcPct val="95000"/>
        </a:lnSpc>
        <a:spcBef>
          <a:spcPct val="0"/>
        </a:spcBef>
        <a:spcAft>
          <a:spcPct val="0"/>
        </a:spcAft>
        <a:defRPr sz="2400" b="1">
          <a:solidFill>
            <a:schemeClr val="accent2"/>
          </a:solidFill>
          <a:latin typeface="+mj-lt"/>
          <a:ea typeface="+mj-ea"/>
          <a:cs typeface="+mj-cs"/>
        </a:defRPr>
      </a:lvl1pPr>
      <a:lvl2pPr algn="l" rtl="0" eaLnBrk="0" fontAlgn="base" hangingPunct="0">
        <a:lnSpc>
          <a:spcPct val="95000"/>
        </a:lnSpc>
        <a:spcBef>
          <a:spcPct val="0"/>
        </a:spcBef>
        <a:spcAft>
          <a:spcPct val="0"/>
        </a:spcAft>
        <a:defRPr sz="2400" b="1">
          <a:solidFill>
            <a:schemeClr val="accent2"/>
          </a:solidFill>
          <a:latin typeface="Arial" charset="0"/>
        </a:defRPr>
      </a:lvl2pPr>
      <a:lvl3pPr algn="l" rtl="0" eaLnBrk="0" fontAlgn="base" hangingPunct="0">
        <a:lnSpc>
          <a:spcPct val="95000"/>
        </a:lnSpc>
        <a:spcBef>
          <a:spcPct val="0"/>
        </a:spcBef>
        <a:spcAft>
          <a:spcPct val="0"/>
        </a:spcAft>
        <a:defRPr sz="2400" b="1">
          <a:solidFill>
            <a:schemeClr val="accent2"/>
          </a:solidFill>
          <a:latin typeface="Arial" charset="0"/>
        </a:defRPr>
      </a:lvl3pPr>
      <a:lvl4pPr algn="l" rtl="0" eaLnBrk="0" fontAlgn="base" hangingPunct="0">
        <a:lnSpc>
          <a:spcPct val="95000"/>
        </a:lnSpc>
        <a:spcBef>
          <a:spcPct val="0"/>
        </a:spcBef>
        <a:spcAft>
          <a:spcPct val="0"/>
        </a:spcAft>
        <a:defRPr sz="2400" b="1">
          <a:solidFill>
            <a:schemeClr val="accent2"/>
          </a:solidFill>
          <a:latin typeface="Arial" charset="0"/>
        </a:defRPr>
      </a:lvl4pPr>
      <a:lvl5pPr algn="l" rtl="0" eaLnBrk="0" fontAlgn="base" hangingPunct="0">
        <a:lnSpc>
          <a:spcPct val="95000"/>
        </a:lnSpc>
        <a:spcBef>
          <a:spcPct val="0"/>
        </a:spcBef>
        <a:spcAft>
          <a:spcPct val="0"/>
        </a:spcAft>
        <a:defRPr sz="2400" b="1">
          <a:solidFill>
            <a:schemeClr val="accent2"/>
          </a:solidFill>
          <a:latin typeface="Arial" charset="0"/>
        </a:defRPr>
      </a:lvl5pPr>
      <a:lvl6pPr marL="457200" algn="l" rtl="0" eaLnBrk="1" fontAlgn="base" hangingPunct="1">
        <a:lnSpc>
          <a:spcPct val="95000"/>
        </a:lnSpc>
        <a:spcBef>
          <a:spcPct val="0"/>
        </a:spcBef>
        <a:spcAft>
          <a:spcPct val="0"/>
        </a:spcAft>
        <a:defRPr sz="2400" b="1">
          <a:solidFill>
            <a:schemeClr val="accent2"/>
          </a:solidFill>
          <a:latin typeface="Arial" charset="0"/>
        </a:defRPr>
      </a:lvl6pPr>
      <a:lvl7pPr marL="914400" algn="l" rtl="0" eaLnBrk="1" fontAlgn="base" hangingPunct="1">
        <a:lnSpc>
          <a:spcPct val="95000"/>
        </a:lnSpc>
        <a:spcBef>
          <a:spcPct val="0"/>
        </a:spcBef>
        <a:spcAft>
          <a:spcPct val="0"/>
        </a:spcAft>
        <a:defRPr sz="2400" b="1">
          <a:solidFill>
            <a:schemeClr val="accent2"/>
          </a:solidFill>
          <a:latin typeface="Arial" charset="0"/>
        </a:defRPr>
      </a:lvl7pPr>
      <a:lvl8pPr marL="1371600" algn="l" rtl="0" eaLnBrk="1" fontAlgn="base" hangingPunct="1">
        <a:lnSpc>
          <a:spcPct val="95000"/>
        </a:lnSpc>
        <a:spcBef>
          <a:spcPct val="0"/>
        </a:spcBef>
        <a:spcAft>
          <a:spcPct val="0"/>
        </a:spcAft>
        <a:defRPr sz="2400" b="1">
          <a:solidFill>
            <a:schemeClr val="accent2"/>
          </a:solidFill>
          <a:latin typeface="Arial" charset="0"/>
        </a:defRPr>
      </a:lvl8pPr>
      <a:lvl9pPr marL="1828800" algn="l" rtl="0" eaLnBrk="1" fontAlgn="base" hangingPunct="1">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mn-lt"/>
          <a:ea typeface="+mn-ea"/>
          <a:cs typeface="+mn-cs"/>
        </a:defRPr>
      </a:lvl1pPr>
      <a:lvl2pPr marL="381000" indent="-188913" algn="l" rtl="0" eaLnBrk="0" fontAlgn="base" hangingPunct="0">
        <a:spcBef>
          <a:spcPct val="40000"/>
        </a:spcBef>
        <a:spcAft>
          <a:spcPct val="0"/>
        </a:spcAft>
        <a:buClr>
          <a:schemeClr val="accent1"/>
        </a:buClr>
        <a:buChar char="-"/>
        <a:defRPr sz="2800">
          <a:solidFill>
            <a:schemeClr val="tx1"/>
          </a:solidFill>
          <a:latin typeface="+mn-lt"/>
        </a:defRPr>
      </a:lvl2pPr>
      <a:lvl3pPr marL="561975" indent="-179388" algn="l" rtl="0" eaLnBrk="0" fontAlgn="base" hangingPunct="0">
        <a:spcBef>
          <a:spcPct val="40000"/>
        </a:spcBef>
        <a:spcAft>
          <a:spcPct val="0"/>
        </a:spcAft>
        <a:buClr>
          <a:schemeClr val="accent1"/>
        </a:buClr>
        <a:buChar char="-"/>
        <a:defRPr sz="2400">
          <a:solidFill>
            <a:schemeClr val="tx1"/>
          </a:solidFill>
          <a:latin typeface="+mn-lt"/>
        </a:defRPr>
      </a:lvl3pPr>
      <a:lvl4pPr marL="752475" indent="-188913" algn="l" rtl="0" eaLnBrk="0" fontAlgn="base" hangingPunct="0">
        <a:spcBef>
          <a:spcPct val="40000"/>
        </a:spcBef>
        <a:spcAft>
          <a:spcPct val="0"/>
        </a:spcAft>
        <a:buClr>
          <a:schemeClr val="accent1"/>
        </a:buClr>
        <a:buChar char="-"/>
        <a:defRPr sz="2000">
          <a:solidFill>
            <a:schemeClr val="tx1"/>
          </a:solidFill>
          <a:latin typeface="+mn-lt"/>
        </a:defRPr>
      </a:lvl4pPr>
      <a:lvl5pPr marL="962025" indent="-207963" algn="l" rtl="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mn-lt"/>
        </a:defRPr>
      </a:lvl5pPr>
      <a:lvl6pPr marL="14192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56D1E8C-4D97-E4EA-078D-344A6917059C}"/>
              </a:ext>
            </a:extLst>
          </p:cNvPr>
          <p:cNvSpPr>
            <a:spLocks noGrp="1" noChangeArrowheads="1"/>
          </p:cNvSpPr>
          <p:nvPr>
            <p:ph type="ctrTitle" sz="quarter"/>
          </p:nvPr>
        </p:nvSpPr>
        <p:spPr>
          <a:xfrm>
            <a:off x="609600" y="1676400"/>
            <a:ext cx="7772400" cy="1295400"/>
          </a:xfrm>
        </p:spPr>
        <p:txBody>
          <a:bodyPr/>
          <a:lstStyle/>
          <a:p>
            <a:pPr algn="ctr" eaLnBrk="1" hangingPunct="1"/>
            <a:r>
              <a:rPr lang="en-US" altLang="en-US" sz="4000"/>
              <a:t>MULTITHREADED PROGRAMMING-II</a:t>
            </a:r>
          </a:p>
        </p:txBody>
      </p:sp>
      <p:sp>
        <p:nvSpPr>
          <p:cNvPr id="6147" name="Rectangle 3">
            <a:extLst>
              <a:ext uri="{FF2B5EF4-FFF2-40B4-BE49-F238E27FC236}">
                <a16:creationId xmlns:a16="http://schemas.microsoft.com/office/drawing/2014/main" id="{E77B5ACF-1763-0134-712E-1942B2E144D1}"/>
              </a:ext>
            </a:extLst>
          </p:cNvPr>
          <p:cNvSpPr>
            <a:spLocks noGrp="1" noChangeArrowheads="1"/>
          </p:cNvSpPr>
          <p:nvPr>
            <p:ph type="subTitle" sz="quarter" idx="1"/>
          </p:nvPr>
        </p:nvSpPr>
        <p:spPr>
          <a:xfrm>
            <a:off x="1371600" y="3962400"/>
            <a:ext cx="6400800" cy="2667000"/>
          </a:xfrm>
        </p:spPr>
        <p:txBody>
          <a:bodyPr/>
          <a:lstStyle/>
          <a:p>
            <a:pPr eaLnBrk="1" hangingPunct="1"/>
            <a:endParaRPr lang="en-US" altLang="en-US"/>
          </a:p>
          <a:p>
            <a:pPr eaLnBrk="1" hangingPunct="1"/>
            <a:endParaRPr lang="en-US" altLang="en-US" sz="2400"/>
          </a:p>
        </p:txBody>
      </p:sp>
      <p:sp>
        <p:nvSpPr>
          <p:cNvPr id="6148" name="Slide Number Placeholder 4">
            <a:extLst>
              <a:ext uri="{FF2B5EF4-FFF2-40B4-BE49-F238E27FC236}">
                <a16:creationId xmlns:a16="http://schemas.microsoft.com/office/drawing/2014/main" id="{6249C545-BDA5-E58B-78B2-BD7EE028E203}"/>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55E383AF-2408-45D1-B533-8C9ECC6FE4BC}" type="slidenum">
              <a:rPr lang="en-US" altLang="en-US" sz="2400">
                <a:latin typeface="Times New Roman" panose="02020603050405020304" pitchFamily="18" charset="0"/>
              </a:rPr>
              <a:pPr eaLnBrk="1" hangingPunct="1">
                <a:spcBef>
                  <a:spcPct val="0"/>
                </a:spcBef>
                <a:buClrTx/>
                <a:buFontTx/>
                <a:buNone/>
              </a:pPr>
              <a:t>1</a:t>
            </a:fld>
            <a:endParaRPr lang="en-US" altLang="en-US" sz="2400">
              <a:latin typeface="Times New Roman" panose="02020603050405020304" pitchFamily="18" charset="0"/>
            </a:endParaRPr>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E0A571E9-A11F-BA65-5BF5-50C0BC06E0DB}"/>
              </a:ext>
            </a:extLst>
          </p:cNvPr>
          <p:cNvSpPr>
            <a:spLocks noGrp="1" noChangeArrowheads="1"/>
          </p:cNvSpPr>
          <p:nvPr>
            <p:ph type="title"/>
          </p:nvPr>
        </p:nvSpPr>
        <p:spPr/>
        <p:txBody>
          <a:bodyPr/>
          <a:lstStyle/>
          <a:p>
            <a:r>
              <a:rPr lang="en-US" altLang="en-US"/>
              <a:t>Need for Synchronization</a:t>
            </a:r>
          </a:p>
        </p:txBody>
      </p:sp>
      <p:sp>
        <p:nvSpPr>
          <p:cNvPr id="7171" name="Content Placeholder 2">
            <a:extLst>
              <a:ext uri="{FF2B5EF4-FFF2-40B4-BE49-F238E27FC236}">
                <a16:creationId xmlns:a16="http://schemas.microsoft.com/office/drawing/2014/main" id="{ABD0F7F3-01DE-0D83-B1E2-4C01421DC5BA}"/>
              </a:ext>
            </a:extLst>
          </p:cNvPr>
          <p:cNvSpPr>
            <a:spLocks noGrp="1" noChangeArrowheads="1"/>
          </p:cNvSpPr>
          <p:nvPr>
            <p:ph idx="1"/>
          </p:nvPr>
        </p:nvSpPr>
        <p:spPr>
          <a:xfrm>
            <a:off x="282575" y="1246188"/>
            <a:ext cx="8524875" cy="5459412"/>
          </a:xfrm>
        </p:spPr>
        <p:txBody>
          <a:bodyPr/>
          <a:lstStyle/>
          <a:p>
            <a:r>
              <a:rPr lang="en-US" altLang="en-US" b="1"/>
              <a:t>Synchronization</a:t>
            </a:r>
            <a:r>
              <a:rPr lang="en-US" altLang="en-US"/>
              <a:t> is required in computing systems to </a:t>
            </a:r>
            <a:r>
              <a:rPr lang="en-US" altLang="en-US" b="1"/>
              <a:t>coordinate access to shared resources</a:t>
            </a:r>
            <a:r>
              <a:rPr lang="en-US" altLang="en-US"/>
              <a:t> when multiple processes or threads execute concurrently.</a:t>
            </a:r>
          </a:p>
          <a:p>
            <a:r>
              <a:rPr lang="en-US" altLang="en-US"/>
              <a:t>Synchronization is the mechanism used to control the execution order of concurrent processes or threads so that shared data is accessed in a safe and consistent manner.</a:t>
            </a:r>
          </a:p>
          <a:p>
            <a:endParaRPr lang="en-US" altLang="en-US"/>
          </a:p>
          <a:p>
            <a:endParaRPr lang="en-US" alt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B55C6D4A-F826-B5E7-CAFA-CCC5539218F4}"/>
              </a:ext>
            </a:extLst>
          </p:cNvPr>
          <p:cNvSpPr>
            <a:spLocks noGrp="1" noChangeArrowheads="1"/>
          </p:cNvSpPr>
          <p:nvPr>
            <p:ph idx="1"/>
          </p:nvPr>
        </p:nvSpPr>
        <p:spPr>
          <a:xfrm>
            <a:off x="0" y="-76200"/>
            <a:ext cx="9144000" cy="6934200"/>
          </a:xfrm>
        </p:spPr>
        <p:txBody>
          <a:bodyPr/>
          <a:lstStyle/>
          <a:p>
            <a:r>
              <a:rPr lang="en-US" altLang="en-US" b="1"/>
              <a:t>Key Problems Without Synchronization</a:t>
            </a:r>
          </a:p>
          <a:p>
            <a:r>
              <a:rPr lang="en-US" altLang="en-US" sz="1600" b="1"/>
              <a:t>1. Race Condition</a:t>
            </a:r>
          </a:p>
          <a:p>
            <a:r>
              <a:rPr lang="en-US" altLang="en-US" sz="1600"/>
              <a:t>Occurs when:</a:t>
            </a:r>
          </a:p>
          <a:p>
            <a:r>
              <a:rPr lang="en-US" altLang="en-US" sz="1600"/>
              <a:t>Two or more processes access shared data</a:t>
            </a:r>
          </a:p>
          <a:p>
            <a:r>
              <a:rPr lang="en-US" altLang="en-US" sz="1600"/>
              <a:t>Final result depends on execution order</a:t>
            </a:r>
          </a:p>
          <a:p>
            <a:r>
              <a:rPr lang="en-US" altLang="en-US" sz="1600" b="1"/>
              <a:t>Example:</a:t>
            </a:r>
            <a:endParaRPr lang="en-US" altLang="en-US" sz="1600"/>
          </a:p>
          <a:p>
            <a:r>
              <a:rPr lang="en-US" altLang="en-US" sz="1600"/>
              <a:t>Two threads increment the same variable</a:t>
            </a:r>
          </a:p>
          <a:p>
            <a:r>
              <a:rPr lang="en-US" altLang="en-US" sz="1600"/>
              <a:t>Expected result = 2</a:t>
            </a:r>
          </a:p>
          <a:p>
            <a:r>
              <a:rPr lang="en-US" altLang="en-US" sz="1600"/>
              <a:t>Actual result may be 1</a:t>
            </a:r>
          </a:p>
          <a:p>
            <a:r>
              <a:rPr lang="en-US" altLang="en-US" sz="1600" b="1"/>
              <a:t>2. Data Inconsistency</a:t>
            </a:r>
          </a:p>
          <a:p>
            <a:r>
              <a:rPr lang="en-US" altLang="en-US" sz="1600"/>
              <a:t>Partial updates lead to incorrect data</a:t>
            </a:r>
          </a:p>
          <a:p>
            <a:r>
              <a:rPr lang="en-US" altLang="en-US" sz="1600"/>
              <a:t>Database records may become corrupted</a:t>
            </a:r>
          </a:p>
          <a:p>
            <a:r>
              <a:rPr lang="en-US" altLang="en-US" sz="1600" b="1"/>
              <a:t>3. Lost Updates</a:t>
            </a:r>
          </a:p>
          <a:p>
            <a:r>
              <a:rPr lang="en-US" altLang="en-US" sz="1600"/>
              <a:t>One process overwrites changes made by another</a:t>
            </a:r>
          </a:p>
          <a:p>
            <a:r>
              <a:rPr lang="en-US" altLang="en-US" sz="1600" b="1"/>
              <a:t>4. Critical Section Problem</a:t>
            </a:r>
          </a:p>
          <a:p>
            <a:r>
              <a:rPr lang="en-US" altLang="en-US" sz="1600"/>
              <a:t>A </a:t>
            </a:r>
            <a:r>
              <a:rPr lang="en-US" altLang="en-US" sz="1600" b="1"/>
              <a:t>critical section</a:t>
            </a:r>
            <a:r>
              <a:rPr lang="en-US" altLang="en-US" sz="1600"/>
              <a:t> is a part of the program where shared resources are accessed.</a:t>
            </a:r>
          </a:p>
          <a:p>
            <a:r>
              <a:rPr lang="en-US" altLang="en-US" sz="1600"/>
              <a:t>Without synchronization:</a:t>
            </a:r>
          </a:p>
          <a:p>
            <a:r>
              <a:rPr lang="en-US" altLang="en-US" sz="1600"/>
              <a:t>Multiple processes may enter the critical section simultaneously</a:t>
            </a:r>
          </a:p>
          <a:p>
            <a:endParaRPr lang="en-US" alt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id="{0EEBFC7F-8833-7EF4-B7C9-EB8476813ED5}"/>
              </a:ext>
            </a:extLst>
          </p:cNvPr>
          <p:cNvSpPr>
            <a:spLocks noGrp="1" noChangeArrowheads="1"/>
          </p:cNvSpPr>
          <p:nvPr>
            <p:ph idx="1"/>
          </p:nvPr>
        </p:nvSpPr>
        <p:spPr>
          <a:xfrm>
            <a:off x="0" y="457200"/>
            <a:ext cx="8524875" cy="4029075"/>
          </a:xfrm>
        </p:spPr>
        <p:txBody>
          <a:bodyPr/>
          <a:lstStyle/>
          <a:p>
            <a:r>
              <a:rPr lang="en-US" altLang="en-US" b="1"/>
              <a:t>1. synchronized Keyword (Core Mechanism)</a:t>
            </a:r>
          </a:p>
          <a:p>
            <a:r>
              <a:rPr lang="en-US" altLang="en-US"/>
              <a:t>Java uses the </a:t>
            </a:r>
            <a:r>
              <a:rPr lang="en-US" altLang="en-US" b="1"/>
              <a:t>synchronized</a:t>
            </a:r>
            <a:r>
              <a:rPr lang="en-US" altLang="en-US"/>
              <a:t> keyword to allow </a:t>
            </a:r>
            <a:r>
              <a:rPr lang="en-US" altLang="en-US" b="1"/>
              <a:t>only one thread at a time</a:t>
            </a:r>
            <a:r>
              <a:rPr lang="en-US" altLang="en-US"/>
              <a:t> to access a critical section.</a:t>
            </a:r>
          </a:p>
          <a:p>
            <a:r>
              <a:rPr lang="en-US" altLang="en-US" b="1"/>
              <a:t>a) Synchronized Method</a:t>
            </a:r>
          </a:p>
          <a:p>
            <a:r>
              <a:rPr lang="en-US" altLang="en-US"/>
              <a:t>synchronized void update() {</a:t>
            </a:r>
          </a:p>
          <a:p>
            <a:r>
              <a:rPr lang="en-US" altLang="en-US"/>
              <a:t>    // critical section</a:t>
            </a:r>
          </a:p>
          <a:p>
            <a:r>
              <a:rPr lang="en-US" altLang="en-US"/>
              <a:t>}</a:t>
            </a:r>
          </a:p>
          <a:p>
            <a:r>
              <a:rPr lang="en-US" altLang="en-US"/>
              <a:t>Locks the </a:t>
            </a:r>
            <a:r>
              <a:rPr lang="en-US" altLang="en-US" b="1"/>
              <a:t>object’s monitor</a:t>
            </a:r>
            <a:endParaRPr lang="en-US" altLang="en-US"/>
          </a:p>
          <a:p>
            <a:r>
              <a:rPr lang="en-US" altLang="en-US"/>
              <a:t>Other threads must wait until the lock is released</a:t>
            </a:r>
          </a:p>
          <a:p>
            <a:r>
              <a:rPr lang="en-US" altLang="en-US" b="1"/>
              <a:t>b) Synchronized Block</a:t>
            </a:r>
          </a:p>
          <a:p>
            <a:r>
              <a:rPr lang="en-US" altLang="en-US"/>
              <a:t>synchronized(lockObject) {</a:t>
            </a:r>
          </a:p>
          <a:p>
            <a:r>
              <a:rPr lang="en-US" altLang="en-US"/>
              <a:t>    // critical section</a:t>
            </a:r>
          </a:p>
          <a:p>
            <a:r>
              <a:rPr lang="en-US" altLang="en-US"/>
              <a:t>}</a:t>
            </a:r>
          </a:p>
          <a:p>
            <a:r>
              <a:rPr lang="en-US" altLang="en-US"/>
              <a:t>Finer control than synchronized methods</a:t>
            </a:r>
          </a:p>
          <a:p>
            <a:r>
              <a:rPr lang="en-US" altLang="en-US"/>
              <a:t>Improves performance by locking only required code</a:t>
            </a:r>
          </a:p>
          <a:p>
            <a:endParaRPr lang="en-US" alt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FCBA1A9-305A-BEDC-F632-0493DC24C1E4}"/>
              </a:ext>
            </a:extLst>
          </p:cNvPr>
          <p:cNvSpPr>
            <a:spLocks noGrp="1" noChangeArrowheads="1"/>
          </p:cNvSpPr>
          <p:nvPr>
            <p:ph type="title"/>
          </p:nvPr>
        </p:nvSpPr>
        <p:spPr>
          <a:xfrm>
            <a:off x="152400" y="609600"/>
            <a:ext cx="8991600" cy="457200"/>
          </a:xfrm>
        </p:spPr>
        <p:txBody>
          <a:bodyPr/>
          <a:lstStyle/>
          <a:p>
            <a:pPr eaLnBrk="1" hangingPunct="1"/>
            <a:r>
              <a:rPr lang="en-US" altLang="en-US"/>
              <a:t>Synchronization</a:t>
            </a:r>
          </a:p>
        </p:txBody>
      </p:sp>
      <p:sp>
        <p:nvSpPr>
          <p:cNvPr id="10243" name="Content Placeholder 2">
            <a:extLst>
              <a:ext uri="{FF2B5EF4-FFF2-40B4-BE49-F238E27FC236}">
                <a16:creationId xmlns:a16="http://schemas.microsoft.com/office/drawing/2014/main" id="{6C9CCBC9-520E-BE84-78C3-30D086839156}"/>
              </a:ext>
            </a:extLst>
          </p:cNvPr>
          <p:cNvSpPr>
            <a:spLocks noGrp="1" noChangeArrowheads="1"/>
          </p:cNvSpPr>
          <p:nvPr>
            <p:ph idx="1"/>
          </p:nvPr>
        </p:nvSpPr>
        <p:spPr>
          <a:xfrm>
            <a:off x="342900" y="1295400"/>
            <a:ext cx="8610600" cy="4343400"/>
          </a:xfrm>
        </p:spPr>
        <p:txBody>
          <a:bodyPr/>
          <a:lstStyle/>
          <a:p>
            <a:pPr algn="just" eaLnBrk="1" hangingPunct="1"/>
            <a:r>
              <a:rPr lang="en-US" altLang="en-US" sz="1600">
                <a:solidFill>
                  <a:srgbClr val="FF0000"/>
                </a:solidFill>
              </a:rPr>
              <a:t>When  two or more threads need concurrent access to a shared data resource, they need to </a:t>
            </a:r>
          </a:p>
          <a:p>
            <a:pPr algn="just" eaLnBrk="1" hangingPunct="1">
              <a:buFont typeface="Wingdings" panose="05000000000000000000" pitchFamily="2" charset="2"/>
              <a:buNone/>
            </a:pPr>
            <a:r>
              <a:rPr lang="en-US" altLang="en-US" sz="1600">
                <a:solidFill>
                  <a:srgbClr val="FF0000"/>
                </a:solidFill>
              </a:rPr>
              <a:t>    take care to only access the data one at a time.</a:t>
            </a:r>
          </a:p>
          <a:p>
            <a:pPr algn="just" eaLnBrk="1" hangingPunct="1"/>
            <a:endParaRPr lang="en-US" altLang="en-US" sz="1600"/>
          </a:p>
          <a:p>
            <a:pPr algn="just" eaLnBrk="1" hangingPunct="1"/>
            <a:endParaRPr lang="en-US" altLang="en-US" sz="1600"/>
          </a:p>
          <a:p>
            <a:pPr algn="just" eaLnBrk="1" hangingPunct="1"/>
            <a:r>
              <a:rPr lang="en-US" altLang="en-US" sz="1600"/>
              <a:t>For example, one thread may try to read a record from a file while another is still writing to the </a:t>
            </a:r>
          </a:p>
          <a:p>
            <a:pPr algn="just" eaLnBrk="1" hangingPunct="1">
              <a:buFont typeface="Wingdings" panose="05000000000000000000" pitchFamily="2" charset="2"/>
              <a:buNone/>
            </a:pPr>
            <a:r>
              <a:rPr lang="en-US" altLang="en-US" sz="1600"/>
              <a:t>    same file. Depending on the situation, we may get strange results.</a:t>
            </a:r>
          </a:p>
          <a:p>
            <a:pPr algn="just" eaLnBrk="1" hangingPunct="1"/>
            <a:endParaRPr lang="en-US" altLang="en-US" sz="1600"/>
          </a:p>
          <a:p>
            <a:pPr algn="just" eaLnBrk="1" hangingPunct="1"/>
            <a:endParaRPr lang="en-US" altLang="en-US" sz="1600"/>
          </a:p>
          <a:p>
            <a:pPr algn="just" eaLnBrk="1" hangingPunct="1"/>
            <a:r>
              <a:rPr lang="en-US" altLang="en-US" sz="1600"/>
              <a:t>Java enables us to overcome this problem using a technique known as synchronization.</a:t>
            </a:r>
          </a:p>
          <a:p>
            <a:pPr algn="just" eaLnBrk="1" hangingPunct="1"/>
            <a:endParaRPr lang="en-US" altLang="en-US" sz="1600"/>
          </a:p>
          <a:p>
            <a:pPr algn="just" eaLnBrk="1" hangingPunct="1"/>
            <a:endParaRPr lang="en-US" altLang="en-US" sz="1600"/>
          </a:p>
          <a:p>
            <a:pPr algn="just" eaLnBrk="1" hangingPunct="1"/>
            <a:r>
              <a:rPr lang="en-US" altLang="en-US" sz="1600" u="sng">
                <a:solidFill>
                  <a:srgbClr val="FF0000"/>
                </a:solidFill>
              </a:rPr>
              <a:t>Keyword synchronized </a:t>
            </a:r>
            <a:r>
              <a:rPr lang="en-US" altLang="en-US" sz="1600">
                <a:solidFill>
                  <a:srgbClr val="FF0000"/>
                </a:solidFill>
              </a:rPr>
              <a:t>helps to solve such problem by </a:t>
            </a:r>
            <a:r>
              <a:rPr lang="en-US" altLang="en-US" sz="1600" u="sng">
                <a:solidFill>
                  <a:srgbClr val="FF0000"/>
                </a:solidFill>
              </a:rPr>
              <a:t>keeping a watch on such  locations</a:t>
            </a:r>
            <a:r>
              <a:rPr lang="en-US" altLang="en-US" sz="1600">
                <a:solidFill>
                  <a:srgbClr val="FF0000"/>
                </a:solidFill>
              </a:rPr>
              <a:t>.</a:t>
            </a:r>
          </a:p>
          <a:p>
            <a:pPr algn="just" eaLnBrk="1" hangingPunct="1"/>
            <a:endParaRPr lang="en-US" altLang="en-US" sz="1600"/>
          </a:p>
        </p:txBody>
      </p:sp>
      <p:sp>
        <p:nvSpPr>
          <p:cNvPr id="10244" name="Slide Number Placeholder 3">
            <a:extLst>
              <a:ext uri="{FF2B5EF4-FFF2-40B4-BE49-F238E27FC236}">
                <a16:creationId xmlns:a16="http://schemas.microsoft.com/office/drawing/2014/main" id="{59646132-A9AB-DB6F-9299-23BF5AB5F6FE}"/>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80B782BB-F764-4FBD-BE92-ED7085DA9BA9}" type="slidenum">
              <a:rPr lang="en-US" altLang="en-US" sz="2400">
                <a:latin typeface="Times New Roman" panose="02020603050405020304" pitchFamily="18" charset="0"/>
              </a:rPr>
              <a:pPr eaLnBrk="1" hangingPunct="1">
                <a:spcBef>
                  <a:spcPct val="0"/>
                </a:spcBef>
                <a:buClrTx/>
                <a:buFontTx/>
                <a:buNone/>
              </a:pPr>
              <a:t>5</a:t>
            </a:fld>
            <a:endParaRPr lang="en-US" altLang="en-US" sz="2400">
              <a:latin typeface="Times New Roman" panose="02020603050405020304" pitchFamily="18" charset="0"/>
            </a:endParaRPr>
          </a:p>
        </p:txBody>
      </p:sp>
      <p:sp>
        <p:nvSpPr>
          <p:cNvPr id="10245" name="Rectangle 4">
            <a:extLst>
              <a:ext uri="{FF2B5EF4-FFF2-40B4-BE49-F238E27FC236}">
                <a16:creationId xmlns:a16="http://schemas.microsoft.com/office/drawing/2014/main" id="{A0A1B0FD-268B-2A58-9626-89D5473D4D73}"/>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71469B8F-942B-CFD4-DA50-74FF767DDC31}"/>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D762DBB8-720F-4F44-A8ED-76606FA2457B}" type="slidenum">
              <a:rPr lang="en-US" altLang="en-US" sz="2400">
                <a:latin typeface="Times New Roman" panose="02020603050405020304" pitchFamily="18" charset="0"/>
              </a:rPr>
              <a:pPr eaLnBrk="1" hangingPunct="1">
                <a:spcBef>
                  <a:spcPct val="0"/>
                </a:spcBef>
                <a:buClrTx/>
                <a:buFontTx/>
                <a:buNone/>
              </a:pPr>
              <a:t>6</a:t>
            </a:fld>
            <a:endParaRPr lang="en-US" altLang="en-US" sz="2400">
              <a:latin typeface="Times New Roman" panose="02020603050405020304" pitchFamily="18" charset="0"/>
            </a:endParaRPr>
          </a:p>
        </p:txBody>
      </p:sp>
      <p:sp>
        <p:nvSpPr>
          <p:cNvPr id="5" name="Oval 4">
            <a:extLst>
              <a:ext uri="{FF2B5EF4-FFF2-40B4-BE49-F238E27FC236}">
                <a16:creationId xmlns:a16="http://schemas.microsoft.com/office/drawing/2014/main" id="{40BA25B9-53F6-B3D1-5F80-F13AC96C217B}"/>
              </a:ext>
            </a:extLst>
          </p:cNvPr>
          <p:cNvSpPr/>
          <p:nvPr/>
        </p:nvSpPr>
        <p:spPr>
          <a:xfrm>
            <a:off x="3276600" y="1295400"/>
            <a:ext cx="1676400" cy="609600"/>
          </a:xfrm>
          <a:prstGeom prst="ellipse">
            <a:avLst/>
          </a:prstGeom>
          <a:solidFill>
            <a:srgbClr val="FFFF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a:solidFill>
                  <a:schemeClr val="tx1"/>
                </a:solidFill>
              </a:rPr>
              <a:t>Shared resource</a:t>
            </a:r>
          </a:p>
        </p:txBody>
      </p:sp>
      <p:cxnSp>
        <p:nvCxnSpPr>
          <p:cNvPr id="7" name="Straight Arrow Connector 6">
            <a:extLst>
              <a:ext uri="{FF2B5EF4-FFF2-40B4-BE49-F238E27FC236}">
                <a16:creationId xmlns:a16="http://schemas.microsoft.com/office/drawing/2014/main" id="{3BD4F001-EFF6-3BF6-C599-ADBE3BD3ED2A}"/>
              </a:ext>
            </a:extLst>
          </p:cNvPr>
          <p:cNvCxnSpPr/>
          <p:nvPr/>
        </p:nvCxnSpPr>
        <p:spPr>
          <a:xfrm>
            <a:off x="2057400" y="4876800"/>
            <a:ext cx="464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DFEC60A-659E-0D75-CA25-DE3A8FA63B4D}"/>
              </a:ext>
            </a:extLst>
          </p:cNvPr>
          <p:cNvCxnSpPr/>
          <p:nvPr/>
        </p:nvCxnSpPr>
        <p:spPr>
          <a:xfrm rot="16200000" flipV="1">
            <a:off x="3924300" y="2705100"/>
            <a:ext cx="25908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0723559-50A7-605E-7F5E-84AF3231CD1A}"/>
              </a:ext>
            </a:extLst>
          </p:cNvPr>
          <p:cNvCxnSpPr/>
          <p:nvPr/>
        </p:nvCxnSpPr>
        <p:spPr>
          <a:xfrm rot="16200000" flipV="1">
            <a:off x="2895600" y="3200400"/>
            <a:ext cx="2667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3FB195-25B0-60EE-09B9-CF507AC0ECC1}"/>
              </a:ext>
            </a:extLst>
          </p:cNvPr>
          <p:cNvCxnSpPr/>
          <p:nvPr/>
        </p:nvCxnSpPr>
        <p:spPr>
          <a:xfrm rot="5400000" flipH="1" flipV="1">
            <a:off x="1562100" y="2552700"/>
            <a:ext cx="26670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4ED008-1D23-0D2E-6F00-B7BBE49EEA49}"/>
              </a:ext>
            </a:extLst>
          </p:cNvPr>
          <p:cNvSpPr/>
          <p:nvPr/>
        </p:nvSpPr>
        <p:spPr>
          <a:xfrm>
            <a:off x="2362200" y="2667000"/>
            <a:ext cx="533400" cy="381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a:solidFill>
                  <a:schemeClr val="tx1"/>
                </a:solidFill>
              </a:rPr>
              <a:t>T1</a:t>
            </a:r>
          </a:p>
        </p:txBody>
      </p:sp>
      <p:sp>
        <p:nvSpPr>
          <p:cNvPr id="20" name="Rectangle 19">
            <a:extLst>
              <a:ext uri="{FF2B5EF4-FFF2-40B4-BE49-F238E27FC236}">
                <a16:creationId xmlns:a16="http://schemas.microsoft.com/office/drawing/2014/main" id="{7E59D609-C0C2-ABCB-819A-26162CEF77BD}"/>
              </a:ext>
            </a:extLst>
          </p:cNvPr>
          <p:cNvSpPr/>
          <p:nvPr/>
        </p:nvSpPr>
        <p:spPr>
          <a:xfrm>
            <a:off x="3505200" y="3352800"/>
            <a:ext cx="609600" cy="381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a:solidFill>
                  <a:schemeClr val="tx1"/>
                </a:solidFill>
              </a:rPr>
              <a:t>T2</a:t>
            </a:r>
          </a:p>
        </p:txBody>
      </p:sp>
      <p:sp>
        <p:nvSpPr>
          <p:cNvPr id="21" name="Rectangle 20">
            <a:extLst>
              <a:ext uri="{FF2B5EF4-FFF2-40B4-BE49-F238E27FC236}">
                <a16:creationId xmlns:a16="http://schemas.microsoft.com/office/drawing/2014/main" id="{59A4E848-2406-259F-FC8C-A345AB6BF9FD}"/>
              </a:ext>
            </a:extLst>
          </p:cNvPr>
          <p:cNvSpPr/>
          <p:nvPr/>
        </p:nvSpPr>
        <p:spPr>
          <a:xfrm>
            <a:off x="5105400" y="2438400"/>
            <a:ext cx="609600" cy="381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a:solidFill>
                  <a:schemeClr val="tx1"/>
                </a:solidFill>
              </a:rPr>
              <a:t>T3</a:t>
            </a:r>
          </a:p>
        </p:txBody>
      </p:sp>
      <p:sp>
        <p:nvSpPr>
          <p:cNvPr id="22" name="Rectangle 21">
            <a:extLst>
              <a:ext uri="{FF2B5EF4-FFF2-40B4-BE49-F238E27FC236}">
                <a16:creationId xmlns:a16="http://schemas.microsoft.com/office/drawing/2014/main" id="{3C8227E5-AD64-F58C-C42C-89E86F6AD534}"/>
              </a:ext>
            </a:extLst>
          </p:cNvPr>
          <p:cNvSpPr/>
          <p:nvPr/>
        </p:nvSpPr>
        <p:spPr>
          <a:xfrm>
            <a:off x="3886200" y="5105400"/>
            <a:ext cx="914400" cy="3810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200">
                <a:solidFill>
                  <a:schemeClr val="tx1"/>
                </a:solidFill>
              </a:rPr>
              <a:t>main</a:t>
            </a:r>
          </a:p>
        </p:txBody>
      </p:sp>
      <p:sp>
        <p:nvSpPr>
          <p:cNvPr id="11276" name="Rectangle 12">
            <a:extLst>
              <a:ext uri="{FF2B5EF4-FFF2-40B4-BE49-F238E27FC236}">
                <a16:creationId xmlns:a16="http://schemas.microsoft.com/office/drawing/2014/main" id="{5B862003-4594-E219-FEC3-F01573EEA195}"/>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a:extLst>
              <a:ext uri="{FF2B5EF4-FFF2-40B4-BE49-F238E27FC236}">
                <a16:creationId xmlns:a16="http://schemas.microsoft.com/office/drawing/2014/main" id="{6EBD10C0-497E-4818-3662-9E56C7E1DF79}"/>
              </a:ext>
            </a:extLst>
          </p:cNvPr>
          <p:cNvSpPr>
            <a:spLocks noGrp="1" noChangeArrowheads="1"/>
          </p:cNvSpPr>
          <p:nvPr>
            <p:ph idx="1"/>
          </p:nvPr>
        </p:nvSpPr>
        <p:spPr>
          <a:xfrm>
            <a:off x="228600" y="762000"/>
            <a:ext cx="8686800" cy="5029200"/>
          </a:xfrm>
        </p:spPr>
        <p:txBody>
          <a:bodyPr/>
          <a:lstStyle/>
          <a:p>
            <a:pPr eaLnBrk="1" hangingPunct="1">
              <a:buFontTx/>
              <a:buNone/>
              <a:defRPr/>
            </a:pPr>
            <a:endParaRPr lang="en-US" altLang="en-US" sz="1600"/>
          </a:p>
          <a:p>
            <a:pPr eaLnBrk="1" hangingPunct="1">
              <a:buFontTx/>
              <a:buNone/>
              <a:defRPr/>
            </a:pPr>
            <a:r>
              <a:rPr lang="en-US" altLang="en-US">
                <a:solidFill>
                  <a:srgbClr val="FF0000"/>
                </a:solidFill>
              </a:rPr>
              <a:t>        synchronized </a:t>
            </a:r>
            <a:r>
              <a:rPr lang="en-US" altLang="en-US"/>
              <a:t>void update()</a:t>
            </a:r>
          </a:p>
          <a:p>
            <a:pPr eaLnBrk="1" hangingPunct="1">
              <a:buFontTx/>
              <a:buNone/>
              <a:defRPr/>
            </a:pPr>
            <a:r>
              <a:rPr lang="en-US" altLang="en-US"/>
              <a:t>       {</a:t>
            </a:r>
          </a:p>
          <a:p>
            <a:pPr eaLnBrk="1" hangingPunct="1">
              <a:buFontTx/>
              <a:buNone/>
              <a:defRPr/>
            </a:pPr>
            <a:endParaRPr lang="en-US" altLang="en-US"/>
          </a:p>
          <a:p>
            <a:pPr eaLnBrk="1" hangingPunct="1">
              <a:buFontTx/>
              <a:buNone/>
              <a:defRPr/>
            </a:pPr>
            <a:r>
              <a:rPr lang="en-US" altLang="en-US"/>
              <a:t>       }</a:t>
            </a:r>
          </a:p>
          <a:p>
            <a:pPr eaLnBrk="1" hangingPunct="1">
              <a:defRPr/>
            </a:pPr>
            <a:endParaRPr lang="en-US" altLang="en-US" sz="1600"/>
          </a:p>
          <a:p>
            <a:pPr marL="0" indent="0" eaLnBrk="1" hangingPunct="1">
              <a:buFont typeface="Wingdings" panose="05000000000000000000" pitchFamily="2" charset="2"/>
              <a:buNone/>
              <a:defRPr/>
            </a:pPr>
            <a:endParaRPr lang="en-US" altLang="en-US" sz="1600"/>
          </a:p>
          <a:p>
            <a:pPr eaLnBrk="1" hangingPunct="1">
              <a:defRPr/>
            </a:pPr>
            <a:r>
              <a:rPr lang="en-US" altLang="en-US" sz="1600">
                <a:solidFill>
                  <a:srgbClr val="FF0000"/>
                </a:solidFill>
              </a:rPr>
              <a:t>When we declare a method synchronized, java creates a “monitor”  and hands it over to the </a:t>
            </a:r>
          </a:p>
          <a:p>
            <a:pPr eaLnBrk="1" hangingPunct="1">
              <a:buFont typeface="Wingdings" panose="05000000000000000000" pitchFamily="2" charset="2"/>
              <a:buNone/>
              <a:defRPr/>
            </a:pPr>
            <a:r>
              <a:rPr lang="en-US" altLang="en-US" sz="1600">
                <a:solidFill>
                  <a:srgbClr val="FF0000"/>
                </a:solidFill>
              </a:rPr>
              <a:t>    thread that calls the method first time.</a:t>
            </a:r>
          </a:p>
          <a:p>
            <a:pPr eaLnBrk="1" hangingPunct="1">
              <a:defRPr/>
            </a:pPr>
            <a:endParaRPr lang="en-US" altLang="en-US" sz="1600"/>
          </a:p>
          <a:p>
            <a:pPr algn="just" eaLnBrk="1" hangingPunct="1">
              <a:defRPr/>
            </a:pPr>
            <a:r>
              <a:rPr lang="en-US" altLang="en-US" sz="1600">
                <a:solidFill>
                  <a:srgbClr val="FF0000"/>
                </a:solidFill>
              </a:rPr>
              <a:t>As long as the thread holds the monitor, no other thread can enter the synchronized section of the code</a:t>
            </a:r>
            <a:r>
              <a:rPr lang="en-US" altLang="en-US" sz="1600"/>
              <a:t>.</a:t>
            </a:r>
          </a:p>
          <a:p>
            <a:pPr eaLnBrk="1" hangingPunct="1">
              <a:defRPr/>
            </a:pPr>
            <a:endParaRPr lang="en-US" altLang="en-US" sz="1600"/>
          </a:p>
          <a:p>
            <a:pPr eaLnBrk="1" hangingPunct="1">
              <a:defRPr/>
            </a:pPr>
            <a:r>
              <a:rPr lang="en-US" altLang="en-US" sz="1600"/>
              <a:t>A monitor is like a key and the thread that holds the key can only open the lock.</a:t>
            </a:r>
          </a:p>
        </p:txBody>
      </p:sp>
      <p:sp>
        <p:nvSpPr>
          <p:cNvPr id="12291" name="Slide Number Placeholder 3">
            <a:extLst>
              <a:ext uri="{FF2B5EF4-FFF2-40B4-BE49-F238E27FC236}">
                <a16:creationId xmlns:a16="http://schemas.microsoft.com/office/drawing/2014/main" id="{567D030E-3EBC-A4A1-2E09-6C1B8C7F89C4}"/>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E1EFB65E-39D7-4479-BBB3-2C6D29F4AB44}" type="slidenum">
              <a:rPr lang="en-US" altLang="en-US" sz="2400">
                <a:latin typeface="Times New Roman" panose="02020603050405020304" pitchFamily="18" charset="0"/>
              </a:rPr>
              <a:pPr eaLnBrk="1" hangingPunct="1">
                <a:spcBef>
                  <a:spcPct val="0"/>
                </a:spcBef>
                <a:buClrTx/>
                <a:buFontTx/>
                <a:buNone/>
              </a:pPr>
              <a:t>7</a:t>
            </a:fld>
            <a:endParaRPr lang="en-US" altLang="en-US" sz="2400">
              <a:latin typeface="Times New Roman" panose="02020603050405020304" pitchFamily="18" charset="0"/>
            </a:endParaRPr>
          </a:p>
        </p:txBody>
      </p:sp>
      <p:sp>
        <p:nvSpPr>
          <p:cNvPr id="12292" name="Rectangle 4">
            <a:extLst>
              <a:ext uri="{FF2B5EF4-FFF2-40B4-BE49-F238E27FC236}">
                <a16:creationId xmlns:a16="http://schemas.microsoft.com/office/drawing/2014/main" id="{379BD065-46CA-BD6C-BBF8-05A3A2DEE05A}"/>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4989F921-F864-4974-5ADC-7C4397E3AA09}"/>
              </a:ext>
            </a:extLst>
          </p:cNvPr>
          <p:cNvSpPr>
            <a:spLocks noGrp="1" noChangeArrowheads="1"/>
          </p:cNvSpPr>
          <p:nvPr>
            <p:ph idx="1"/>
          </p:nvPr>
        </p:nvSpPr>
        <p:spPr>
          <a:xfrm>
            <a:off x="228600" y="762000"/>
            <a:ext cx="8610600" cy="3429000"/>
          </a:xfrm>
        </p:spPr>
        <p:txBody>
          <a:bodyPr/>
          <a:lstStyle/>
          <a:p>
            <a:pPr eaLnBrk="1" hangingPunct="1">
              <a:buFontTx/>
              <a:buNone/>
            </a:pPr>
            <a:r>
              <a:rPr lang="en-US" altLang="en-US" sz="1600"/>
              <a:t>It  is also possible to mark a block of code as synchronized as follows.</a:t>
            </a:r>
          </a:p>
          <a:p>
            <a:pPr eaLnBrk="1" hangingPunct="1"/>
            <a:endParaRPr lang="en-US" altLang="en-US" sz="1600"/>
          </a:p>
          <a:p>
            <a:pPr eaLnBrk="1" hangingPunct="1">
              <a:buFontTx/>
              <a:buNone/>
            </a:pPr>
            <a:r>
              <a:rPr lang="en-US" altLang="en-US" sz="1600"/>
              <a:t>      synchronized(lock-object)</a:t>
            </a:r>
          </a:p>
          <a:p>
            <a:pPr eaLnBrk="1" hangingPunct="1">
              <a:buFontTx/>
              <a:buNone/>
            </a:pPr>
            <a:r>
              <a:rPr lang="en-US" altLang="en-US" sz="1600"/>
              <a:t>     {</a:t>
            </a:r>
          </a:p>
          <a:p>
            <a:pPr eaLnBrk="1" hangingPunct="1">
              <a:buFontTx/>
              <a:buNone/>
            </a:pPr>
            <a:r>
              <a:rPr lang="en-US" altLang="en-US" sz="1600"/>
              <a:t>	            // code here</a:t>
            </a:r>
          </a:p>
          <a:p>
            <a:pPr eaLnBrk="1" hangingPunct="1">
              <a:buFontTx/>
              <a:buNone/>
            </a:pPr>
            <a:r>
              <a:rPr lang="en-US" altLang="en-US" sz="1600"/>
              <a:t>       }</a:t>
            </a:r>
          </a:p>
          <a:p>
            <a:pPr eaLnBrk="1" hangingPunct="1">
              <a:buFontTx/>
              <a:buNone/>
            </a:pPr>
            <a:endParaRPr lang="en-US" altLang="en-US" sz="1600"/>
          </a:p>
          <a:p>
            <a:pPr eaLnBrk="1" hangingPunct="1">
              <a:buFontTx/>
              <a:buNone/>
            </a:pPr>
            <a:r>
              <a:rPr lang="en-US" altLang="en-US" sz="1600">
                <a:solidFill>
                  <a:srgbClr val="FF0000"/>
                </a:solidFill>
              </a:rPr>
              <a:t>Whenever  a thread has completed its work of using synchronized method(or block of  code), it </a:t>
            </a:r>
          </a:p>
          <a:p>
            <a:pPr eaLnBrk="1" hangingPunct="1">
              <a:buFontTx/>
              <a:buNone/>
            </a:pPr>
            <a:r>
              <a:rPr lang="en-US" altLang="en-US" sz="1600">
                <a:solidFill>
                  <a:srgbClr val="FF0000"/>
                </a:solidFill>
              </a:rPr>
              <a:t>will handover the monitor to the next thread that is ready to use the same  resources.</a:t>
            </a:r>
          </a:p>
        </p:txBody>
      </p:sp>
      <p:sp>
        <p:nvSpPr>
          <p:cNvPr id="13315" name="Slide Number Placeholder 3">
            <a:extLst>
              <a:ext uri="{FF2B5EF4-FFF2-40B4-BE49-F238E27FC236}">
                <a16:creationId xmlns:a16="http://schemas.microsoft.com/office/drawing/2014/main" id="{AE53C28C-F0D7-E644-0FF3-DDDABD51E931}"/>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13E9FFF6-A121-4CD9-AD13-90A3FA3D72AC}" type="slidenum">
              <a:rPr lang="en-US" altLang="en-US" sz="2400">
                <a:latin typeface="Times New Roman" panose="02020603050405020304" pitchFamily="18" charset="0"/>
              </a:rPr>
              <a:pPr eaLnBrk="1" hangingPunct="1">
                <a:spcBef>
                  <a:spcPct val="0"/>
                </a:spcBef>
                <a:buClrTx/>
                <a:buFontTx/>
                <a:buNone/>
              </a:pPr>
              <a:t>8</a:t>
            </a:fld>
            <a:endParaRPr lang="en-US" altLang="en-US" sz="2400">
              <a:latin typeface="Times New Roman" panose="02020603050405020304" pitchFamily="18" charset="0"/>
            </a:endParaRPr>
          </a:p>
        </p:txBody>
      </p:sp>
      <p:sp>
        <p:nvSpPr>
          <p:cNvPr id="13316" name="Rectangle 4">
            <a:extLst>
              <a:ext uri="{FF2B5EF4-FFF2-40B4-BE49-F238E27FC236}">
                <a16:creationId xmlns:a16="http://schemas.microsoft.com/office/drawing/2014/main" id="{CE936C4D-CA0B-8A1D-149B-CF140A36A30B}"/>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2F838D71-9058-A3E4-E416-7FBC5FA76BE2}"/>
              </a:ext>
            </a:extLst>
          </p:cNvPr>
          <p:cNvSpPr>
            <a:spLocks noGrp="1" noChangeArrowheads="1"/>
          </p:cNvSpPr>
          <p:nvPr>
            <p:ph idx="1"/>
          </p:nvPr>
        </p:nvSpPr>
        <p:spPr>
          <a:xfrm>
            <a:off x="228600" y="762000"/>
            <a:ext cx="8305800" cy="5208588"/>
          </a:xfrm>
        </p:spPr>
        <p:txBody>
          <a:bodyPr/>
          <a:lstStyle/>
          <a:p>
            <a:pPr eaLnBrk="1" hangingPunct="1">
              <a:buFontTx/>
              <a:buNone/>
            </a:pPr>
            <a:r>
              <a:rPr lang="en-US" altLang="en-US" sz="1600"/>
              <a:t>class   Callme </a:t>
            </a:r>
          </a:p>
          <a:p>
            <a:pPr eaLnBrk="1" hangingPunct="1">
              <a:buFontTx/>
              <a:buNone/>
            </a:pPr>
            <a:r>
              <a:rPr lang="en-US" altLang="en-US" sz="1600"/>
              <a:t>{</a:t>
            </a:r>
          </a:p>
          <a:p>
            <a:pPr eaLnBrk="1" hangingPunct="1">
              <a:buFontTx/>
              <a:buNone/>
            </a:pPr>
            <a:r>
              <a:rPr lang="en-US" altLang="en-US" sz="1600"/>
              <a:t>	void   call(String   msg) </a:t>
            </a:r>
          </a:p>
          <a:p>
            <a:pPr eaLnBrk="1" hangingPunct="1">
              <a:buFontTx/>
              <a:buNone/>
            </a:pPr>
            <a:r>
              <a:rPr lang="en-US" altLang="en-US" sz="1600"/>
              <a:t>	{</a:t>
            </a:r>
          </a:p>
          <a:p>
            <a:pPr eaLnBrk="1" hangingPunct="1">
              <a:buFontTx/>
              <a:buNone/>
            </a:pPr>
            <a:r>
              <a:rPr lang="en-US" altLang="en-US" sz="1600"/>
              <a:t>		</a:t>
            </a:r>
            <a:r>
              <a:rPr lang="en-US" altLang="en-US" sz="1600">
                <a:solidFill>
                  <a:srgbClr val="FF0000"/>
                </a:solidFill>
              </a:rPr>
              <a:t>System.out.print("[" + msg);</a:t>
            </a:r>
          </a:p>
          <a:p>
            <a:pPr eaLnBrk="1" hangingPunct="1">
              <a:buFontTx/>
              <a:buNone/>
            </a:pPr>
            <a:r>
              <a:rPr lang="en-US" altLang="en-US" sz="1600"/>
              <a:t>		try </a:t>
            </a:r>
          </a:p>
          <a:p>
            <a:pPr eaLnBrk="1" hangingPunct="1">
              <a:buFontTx/>
              <a:buNone/>
            </a:pPr>
            <a:r>
              <a:rPr lang="en-US" altLang="en-US" sz="1600"/>
              <a:t>		{ 	Thread.sleep(1000);</a:t>
            </a:r>
          </a:p>
          <a:p>
            <a:pPr eaLnBrk="1" hangingPunct="1">
              <a:buFontTx/>
              <a:buNone/>
            </a:pPr>
            <a:r>
              <a:rPr lang="en-US" altLang="en-US" sz="1600"/>
              <a:t>		}</a:t>
            </a:r>
          </a:p>
          <a:p>
            <a:pPr eaLnBrk="1" hangingPunct="1">
              <a:buFontTx/>
              <a:buNone/>
            </a:pPr>
            <a:r>
              <a:rPr lang="en-US" altLang="en-US" sz="1600"/>
              <a:t>		 catch(InterruptedException   e)</a:t>
            </a:r>
          </a:p>
          <a:p>
            <a:pPr eaLnBrk="1" hangingPunct="1">
              <a:buFontTx/>
              <a:buNone/>
            </a:pPr>
            <a:r>
              <a:rPr lang="en-US" altLang="en-US" sz="1600"/>
              <a:t>		 {</a:t>
            </a:r>
          </a:p>
          <a:p>
            <a:pPr eaLnBrk="1" hangingPunct="1">
              <a:buFontTx/>
              <a:buNone/>
            </a:pPr>
            <a:r>
              <a:rPr lang="en-US" altLang="en-US" sz="1600"/>
              <a:t>			System.out.println("Interrupted");</a:t>
            </a:r>
          </a:p>
          <a:p>
            <a:pPr eaLnBrk="1" hangingPunct="1">
              <a:buFontTx/>
              <a:buNone/>
            </a:pPr>
            <a:r>
              <a:rPr lang="en-US" altLang="en-US" sz="1600"/>
              <a:t>		}</a:t>
            </a:r>
          </a:p>
          <a:p>
            <a:pPr eaLnBrk="1" hangingPunct="1">
              <a:buFontTx/>
              <a:buNone/>
            </a:pPr>
            <a:r>
              <a:rPr lang="en-US" altLang="en-US" sz="1600"/>
              <a:t>		 </a:t>
            </a:r>
            <a:r>
              <a:rPr lang="en-US" altLang="en-US" sz="1600">
                <a:solidFill>
                  <a:srgbClr val="FF0000"/>
                </a:solidFill>
              </a:rPr>
              <a:t>System.out.print(“]“ );</a:t>
            </a:r>
          </a:p>
          <a:p>
            <a:pPr eaLnBrk="1" hangingPunct="1">
              <a:buFontTx/>
              <a:buNone/>
            </a:pPr>
            <a:r>
              <a:rPr lang="en-US" altLang="en-US" sz="1600"/>
              <a:t>	}</a:t>
            </a:r>
          </a:p>
          <a:p>
            <a:pPr eaLnBrk="1" hangingPunct="1">
              <a:buFontTx/>
              <a:buNone/>
            </a:pPr>
            <a:r>
              <a:rPr lang="en-US" altLang="en-US" sz="1600"/>
              <a:t>}</a:t>
            </a:r>
          </a:p>
          <a:p>
            <a:pPr eaLnBrk="1" hangingPunct="1"/>
            <a:endParaRPr lang="en-US" altLang="en-US" sz="1800"/>
          </a:p>
        </p:txBody>
      </p:sp>
      <p:sp>
        <p:nvSpPr>
          <p:cNvPr id="14339" name="Slide Number Placeholder 3">
            <a:extLst>
              <a:ext uri="{FF2B5EF4-FFF2-40B4-BE49-F238E27FC236}">
                <a16:creationId xmlns:a16="http://schemas.microsoft.com/office/drawing/2014/main" id="{F02DE3A6-E454-38C7-EFCD-8AD9D6BC26EB}"/>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494D21DD-7242-4604-86A8-DA667105FAAC}" type="slidenum">
              <a:rPr lang="en-US" altLang="en-US" sz="2400">
                <a:latin typeface="Times New Roman" panose="02020603050405020304" pitchFamily="18" charset="0"/>
              </a:rPr>
              <a:pPr eaLnBrk="1" hangingPunct="1">
                <a:spcBef>
                  <a:spcPct val="0"/>
                </a:spcBef>
                <a:buClrTx/>
                <a:buFontTx/>
                <a:buNone/>
              </a:pPr>
              <a:t>9</a:t>
            </a:fld>
            <a:endParaRPr lang="en-US" altLang="en-US" sz="2400">
              <a:latin typeface="Times New Roman" panose="02020603050405020304" pitchFamily="18" charset="0"/>
            </a:endParaRPr>
          </a:p>
        </p:txBody>
      </p:sp>
      <p:sp>
        <p:nvSpPr>
          <p:cNvPr id="14340" name="Rectangle 4">
            <a:extLst>
              <a:ext uri="{FF2B5EF4-FFF2-40B4-BE49-F238E27FC236}">
                <a16:creationId xmlns:a16="http://schemas.microsoft.com/office/drawing/2014/main" id="{80BE7831-D839-77BC-EBF9-6DBFE60CB300}"/>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00EE9DF4-406F-D4ED-6B4F-ABC52B496779}"/>
              </a:ext>
            </a:extLst>
          </p:cNvPr>
          <p:cNvSpPr>
            <a:spLocks noGrp="1" noChangeArrowheads="1"/>
          </p:cNvSpPr>
          <p:nvPr>
            <p:ph idx="1"/>
          </p:nvPr>
        </p:nvSpPr>
        <p:spPr>
          <a:xfrm>
            <a:off x="228600" y="762000"/>
            <a:ext cx="8458200" cy="5029200"/>
          </a:xfrm>
        </p:spPr>
        <p:txBody>
          <a:bodyPr/>
          <a:lstStyle/>
          <a:p>
            <a:pPr eaLnBrk="1" hangingPunct="1">
              <a:buFontTx/>
              <a:buNone/>
            </a:pPr>
            <a:r>
              <a:rPr lang="en-US" altLang="en-US" sz="1600"/>
              <a:t>class Caller  extends Thread</a:t>
            </a:r>
          </a:p>
          <a:p>
            <a:pPr eaLnBrk="1" hangingPunct="1">
              <a:buFontTx/>
              <a:buNone/>
            </a:pPr>
            <a:r>
              <a:rPr lang="en-US" altLang="en-US" sz="1600"/>
              <a:t> {</a:t>
            </a:r>
          </a:p>
          <a:p>
            <a:pPr eaLnBrk="1" hangingPunct="1">
              <a:buFontTx/>
              <a:buNone/>
            </a:pPr>
            <a:r>
              <a:rPr lang="en-US" altLang="en-US" sz="1600"/>
              <a:t>	    String msg;</a:t>
            </a:r>
          </a:p>
          <a:p>
            <a:pPr eaLnBrk="1" hangingPunct="1">
              <a:buFontTx/>
              <a:buNone/>
            </a:pPr>
            <a:r>
              <a:rPr lang="en-US" altLang="en-US" sz="1600"/>
              <a:t>	    Callme  obj;</a:t>
            </a:r>
          </a:p>
          <a:p>
            <a:pPr eaLnBrk="1" hangingPunct="1">
              <a:buFontTx/>
              <a:buNone/>
            </a:pPr>
            <a:r>
              <a:rPr lang="en-US" altLang="en-US" sz="1600"/>
              <a:t>	    public Caller(Callme targ, String s)</a:t>
            </a:r>
          </a:p>
          <a:p>
            <a:pPr eaLnBrk="1" hangingPunct="1">
              <a:buFontTx/>
              <a:buNone/>
            </a:pPr>
            <a:r>
              <a:rPr lang="en-US" altLang="en-US" sz="1600"/>
              <a:t> 	   {</a:t>
            </a:r>
          </a:p>
          <a:p>
            <a:pPr eaLnBrk="1" hangingPunct="1">
              <a:buFontTx/>
              <a:buNone/>
            </a:pPr>
            <a:r>
              <a:rPr lang="en-US" altLang="en-US" sz="1600"/>
              <a:t>		msg = s;</a:t>
            </a:r>
          </a:p>
          <a:p>
            <a:pPr eaLnBrk="1" hangingPunct="1">
              <a:buFontTx/>
              <a:buNone/>
            </a:pPr>
            <a:r>
              <a:rPr lang="en-US" altLang="en-US" sz="1600"/>
              <a:t>		obj=targ;</a:t>
            </a:r>
          </a:p>
          <a:p>
            <a:pPr eaLnBrk="1" hangingPunct="1">
              <a:buFontTx/>
              <a:buNone/>
            </a:pPr>
            <a:r>
              <a:rPr lang="en-US" altLang="en-US" sz="1600"/>
              <a:t>      }</a:t>
            </a:r>
          </a:p>
          <a:p>
            <a:pPr eaLnBrk="1" hangingPunct="1">
              <a:buFontTx/>
              <a:buNone/>
            </a:pPr>
            <a:r>
              <a:rPr lang="en-US" altLang="en-US" sz="1600"/>
              <a:t>	  public void run()</a:t>
            </a:r>
          </a:p>
          <a:p>
            <a:pPr eaLnBrk="1" hangingPunct="1">
              <a:buFontTx/>
              <a:buNone/>
            </a:pPr>
            <a:r>
              <a:rPr lang="en-US" altLang="en-US" sz="1600"/>
              <a:t>	 {</a:t>
            </a:r>
          </a:p>
          <a:p>
            <a:pPr eaLnBrk="1" hangingPunct="1">
              <a:buFontTx/>
              <a:buNone/>
            </a:pPr>
            <a:r>
              <a:rPr lang="en-US" altLang="en-US" sz="1600"/>
              <a:t>		</a:t>
            </a:r>
            <a:r>
              <a:rPr lang="en-US" altLang="en-US" sz="1600">
                <a:solidFill>
                  <a:srgbClr val="FF0000"/>
                </a:solidFill>
              </a:rPr>
              <a:t>obj.call(msg);</a:t>
            </a:r>
          </a:p>
          <a:p>
            <a:pPr eaLnBrk="1" hangingPunct="1">
              <a:buFontTx/>
              <a:buNone/>
            </a:pPr>
            <a:r>
              <a:rPr lang="en-US" altLang="en-US" sz="1600"/>
              <a:t>	 }</a:t>
            </a:r>
          </a:p>
          <a:p>
            <a:pPr eaLnBrk="1" hangingPunct="1">
              <a:buFontTx/>
              <a:buNone/>
            </a:pPr>
            <a:r>
              <a:rPr lang="en-US" altLang="en-US" sz="1600"/>
              <a:t>}</a:t>
            </a:r>
          </a:p>
        </p:txBody>
      </p:sp>
      <p:sp>
        <p:nvSpPr>
          <p:cNvPr id="15363" name="Slide Number Placeholder 3">
            <a:extLst>
              <a:ext uri="{FF2B5EF4-FFF2-40B4-BE49-F238E27FC236}">
                <a16:creationId xmlns:a16="http://schemas.microsoft.com/office/drawing/2014/main" id="{1D79ABE9-9954-C475-49D7-C0E6613CBD91}"/>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B3531EBB-BC7E-4B61-B326-F281EC20EAA3}" type="slidenum">
              <a:rPr lang="en-US" altLang="en-US" sz="2400">
                <a:latin typeface="Times New Roman" panose="02020603050405020304" pitchFamily="18" charset="0"/>
              </a:rPr>
              <a:pPr eaLnBrk="1" hangingPunct="1">
                <a:spcBef>
                  <a:spcPct val="0"/>
                </a:spcBef>
                <a:buClrTx/>
                <a:buFontTx/>
                <a:buNone/>
              </a:pPr>
              <a:t>10</a:t>
            </a:fld>
            <a:endParaRPr lang="en-US" altLang="en-US" sz="2400">
              <a:latin typeface="Times New Roman" panose="02020603050405020304" pitchFamily="18" charset="0"/>
            </a:endParaRPr>
          </a:p>
        </p:txBody>
      </p:sp>
      <p:sp>
        <p:nvSpPr>
          <p:cNvPr id="15364" name="Rectangle 3">
            <a:extLst>
              <a:ext uri="{FF2B5EF4-FFF2-40B4-BE49-F238E27FC236}">
                <a16:creationId xmlns:a16="http://schemas.microsoft.com/office/drawing/2014/main" id="{DA0B4027-A926-F7CE-62D9-071B6F04A03F}"/>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6D953C83-E5CB-1644-0DEA-7375EAF5F73A}"/>
              </a:ext>
            </a:extLst>
          </p:cNvPr>
          <p:cNvSpPr>
            <a:spLocks noGrp="1" noChangeArrowheads="1"/>
          </p:cNvSpPr>
          <p:nvPr>
            <p:ph idx="1"/>
          </p:nvPr>
        </p:nvSpPr>
        <p:spPr>
          <a:xfrm>
            <a:off x="304800" y="609600"/>
            <a:ext cx="8458200" cy="5410200"/>
          </a:xfrm>
        </p:spPr>
        <p:txBody>
          <a:bodyPr/>
          <a:lstStyle/>
          <a:p>
            <a:pPr eaLnBrk="1" hangingPunct="1">
              <a:buFontTx/>
              <a:buNone/>
            </a:pPr>
            <a:r>
              <a:rPr lang="en-US" altLang="en-US" sz="1600"/>
              <a:t>class Synch3</a:t>
            </a:r>
          </a:p>
          <a:p>
            <a:pPr eaLnBrk="1" hangingPunct="1">
              <a:buFontTx/>
              <a:buNone/>
            </a:pPr>
            <a:r>
              <a:rPr lang="en-US" altLang="en-US" sz="1600"/>
              <a:t> {	     public static void main(String args[])</a:t>
            </a:r>
          </a:p>
          <a:p>
            <a:pPr eaLnBrk="1" hangingPunct="1">
              <a:buFontTx/>
              <a:buNone/>
            </a:pPr>
            <a:r>
              <a:rPr lang="en-US" altLang="en-US" sz="1600"/>
              <a:t>	    {	Callme </a:t>
            </a:r>
            <a:r>
              <a:rPr lang="en-US" altLang="en-US" sz="1600">
                <a:solidFill>
                  <a:srgbClr val="FF0000"/>
                </a:solidFill>
              </a:rPr>
              <a:t>target</a:t>
            </a:r>
            <a:r>
              <a:rPr lang="en-US" altLang="en-US" sz="1600"/>
              <a:t> = new Callme();</a:t>
            </a:r>
          </a:p>
          <a:p>
            <a:pPr eaLnBrk="1" hangingPunct="1"/>
            <a:endParaRPr lang="en-US" altLang="en-US" sz="1600"/>
          </a:p>
          <a:p>
            <a:pPr eaLnBrk="1" hangingPunct="1">
              <a:buFontTx/>
              <a:buNone/>
            </a:pPr>
            <a:r>
              <a:rPr lang="en-US" altLang="en-US" sz="1600"/>
              <a:t>		 Caller  c1= new Caller(</a:t>
            </a:r>
            <a:r>
              <a:rPr lang="en-US" altLang="en-US" sz="1600">
                <a:solidFill>
                  <a:srgbClr val="FF0000"/>
                </a:solidFill>
              </a:rPr>
              <a:t>target</a:t>
            </a:r>
            <a:r>
              <a:rPr lang="en-US" altLang="en-US" sz="1600"/>
              <a:t>, " manipal “);</a:t>
            </a:r>
          </a:p>
          <a:p>
            <a:pPr eaLnBrk="1" hangingPunct="1">
              <a:buFontTx/>
              <a:buNone/>
            </a:pPr>
            <a:r>
              <a:rPr lang="en-US" altLang="en-US" sz="1600"/>
              <a:t>                 c1.start();</a:t>
            </a:r>
          </a:p>
          <a:p>
            <a:pPr eaLnBrk="1" hangingPunct="1">
              <a:buFontTx/>
              <a:buNone/>
            </a:pPr>
            <a:endParaRPr lang="en-US" altLang="en-US" sz="1600"/>
          </a:p>
          <a:p>
            <a:pPr eaLnBrk="1" hangingPunct="1">
              <a:buFontTx/>
              <a:buNone/>
            </a:pPr>
            <a:r>
              <a:rPr lang="en-US" altLang="en-US" sz="1600"/>
              <a:t>                  Caller  c2= new Caller(</a:t>
            </a:r>
            <a:r>
              <a:rPr lang="en-US" altLang="en-US" sz="1600">
                <a:solidFill>
                  <a:srgbClr val="FF0000"/>
                </a:solidFill>
              </a:rPr>
              <a:t>target</a:t>
            </a:r>
            <a:r>
              <a:rPr lang="en-US" altLang="en-US" sz="1600"/>
              <a:t>, “institute“);</a:t>
            </a:r>
          </a:p>
          <a:p>
            <a:pPr eaLnBrk="1" hangingPunct="1">
              <a:buFontTx/>
              <a:buNone/>
            </a:pPr>
            <a:r>
              <a:rPr lang="en-US" altLang="en-US" sz="1600"/>
              <a:t>                  c2.start();</a:t>
            </a:r>
          </a:p>
          <a:p>
            <a:pPr eaLnBrk="1" hangingPunct="1">
              <a:buFontTx/>
              <a:buNone/>
            </a:pPr>
            <a:r>
              <a:rPr lang="en-US" altLang="en-US" sz="1600"/>
              <a:t>        </a:t>
            </a:r>
          </a:p>
          <a:p>
            <a:pPr eaLnBrk="1" hangingPunct="1">
              <a:buFontTx/>
              <a:buNone/>
            </a:pPr>
            <a:r>
              <a:rPr lang="en-US" altLang="en-US" sz="1600"/>
              <a:t>                  Caller  c3= new Caller(</a:t>
            </a:r>
            <a:r>
              <a:rPr lang="en-US" altLang="en-US" sz="1600">
                <a:solidFill>
                  <a:srgbClr val="FF0000"/>
                </a:solidFill>
              </a:rPr>
              <a:t>target</a:t>
            </a:r>
            <a:r>
              <a:rPr lang="en-US" altLang="en-US" sz="1600"/>
              <a:t>, “of“);</a:t>
            </a:r>
          </a:p>
          <a:p>
            <a:pPr eaLnBrk="1" hangingPunct="1">
              <a:buFontTx/>
              <a:buNone/>
            </a:pPr>
            <a:r>
              <a:rPr lang="en-US" altLang="en-US" sz="1600"/>
              <a:t>                 c3start();</a:t>
            </a:r>
          </a:p>
          <a:p>
            <a:pPr eaLnBrk="1" hangingPunct="1">
              <a:buFontTx/>
              <a:buNone/>
            </a:pPr>
            <a:r>
              <a:rPr lang="en-US" altLang="en-US" sz="1600"/>
              <a:t>		</a:t>
            </a:r>
          </a:p>
          <a:p>
            <a:pPr eaLnBrk="1" hangingPunct="1">
              <a:buFontTx/>
              <a:buNone/>
            </a:pPr>
            <a:r>
              <a:rPr lang="en-US" altLang="en-US" sz="1600"/>
              <a:t>                  new Caller(</a:t>
            </a:r>
            <a:r>
              <a:rPr lang="en-US" altLang="en-US" sz="1600">
                <a:solidFill>
                  <a:srgbClr val="FF0000"/>
                </a:solidFill>
              </a:rPr>
              <a:t>target</a:t>
            </a:r>
            <a:r>
              <a:rPr lang="en-US" altLang="en-US" sz="1600"/>
              <a:t>, " technology ").start();</a:t>
            </a:r>
          </a:p>
          <a:p>
            <a:pPr eaLnBrk="1" hangingPunct="1">
              <a:buFontTx/>
              <a:buNone/>
            </a:pPr>
            <a:r>
              <a:rPr lang="en-US" altLang="en-US" sz="1600"/>
              <a:t>      }</a:t>
            </a:r>
          </a:p>
          <a:p>
            <a:pPr eaLnBrk="1" hangingPunct="1">
              <a:buFontTx/>
              <a:buNone/>
            </a:pPr>
            <a:r>
              <a:rPr lang="en-US" altLang="en-US" sz="1600"/>
              <a:t>}</a:t>
            </a:r>
          </a:p>
        </p:txBody>
      </p:sp>
      <p:sp>
        <p:nvSpPr>
          <p:cNvPr id="16387" name="Slide Number Placeholder 3">
            <a:extLst>
              <a:ext uri="{FF2B5EF4-FFF2-40B4-BE49-F238E27FC236}">
                <a16:creationId xmlns:a16="http://schemas.microsoft.com/office/drawing/2014/main" id="{E9E5A97E-5494-9CEB-8B2D-9218D2EBDAB6}"/>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640F96E3-4E8F-48E8-B21E-B2EEF0D6B0A0}" type="slidenum">
              <a:rPr lang="en-US" altLang="en-US" sz="2400">
                <a:latin typeface="Times New Roman" panose="02020603050405020304" pitchFamily="18" charset="0"/>
              </a:rPr>
              <a:pPr eaLnBrk="1" hangingPunct="1">
                <a:spcBef>
                  <a:spcPct val="0"/>
                </a:spcBef>
                <a:buClrTx/>
                <a:buFontTx/>
                <a:buNone/>
              </a:pPr>
              <a:t>11</a:t>
            </a:fld>
            <a:endParaRPr lang="en-US" altLang="en-US" sz="2400">
              <a:latin typeface="Times New Roman" panose="02020603050405020304" pitchFamily="18" charset="0"/>
            </a:endParaRPr>
          </a:p>
        </p:txBody>
      </p:sp>
      <p:sp>
        <p:nvSpPr>
          <p:cNvPr id="16388" name="Rectangle 3">
            <a:extLst>
              <a:ext uri="{FF2B5EF4-FFF2-40B4-BE49-F238E27FC236}">
                <a16:creationId xmlns:a16="http://schemas.microsoft.com/office/drawing/2014/main" id="{0778FACB-1504-AEE4-A133-55FDEDC8E2EF}"/>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9D23A8B3-560C-5B69-96F3-5A1A6CA338F0}"/>
              </a:ext>
            </a:extLst>
          </p:cNvPr>
          <p:cNvSpPr>
            <a:spLocks noGrp="1" noChangeArrowheads="1"/>
          </p:cNvSpPr>
          <p:nvPr>
            <p:ph idx="1"/>
          </p:nvPr>
        </p:nvSpPr>
        <p:spPr>
          <a:xfrm>
            <a:off x="304800" y="762000"/>
            <a:ext cx="8305800" cy="1066800"/>
          </a:xfrm>
        </p:spPr>
        <p:txBody>
          <a:bodyPr/>
          <a:lstStyle/>
          <a:p>
            <a:pPr eaLnBrk="1" hangingPunct="1">
              <a:buFontTx/>
              <a:buNone/>
            </a:pPr>
            <a:r>
              <a:rPr lang="en-US" altLang="en-US"/>
              <a:t>OUTPUT</a:t>
            </a:r>
          </a:p>
          <a:p>
            <a:pPr eaLnBrk="1" hangingPunct="1">
              <a:buFontTx/>
              <a:buNone/>
            </a:pPr>
            <a:r>
              <a:rPr lang="en-US" altLang="en-US"/>
              <a:t>[manipal    [institute   [of    [technology    ]    ]   ]    ]</a:t>
            </a:r>
          </a:p>
        </p:txBody>
      </p:sp>
      <p:sp>
        <p:nvSpPr>
          <p:cNvPr id="17411" name="Slide Number Placeholder 3">
            <a:extLst>
              <a:ext uri="{FF2B5EF4-FFF2-40B4-BE49-F238E27FC236}">
                <a16:creationId xmlns:a16="http://schemas.microsoft.com/office/drawing/2014/main" id="{477D20E0-963F-393E-1AC7-9DD15921EE67}"/>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FB1EA99A-0E90-423D-B130-5CFB6117BDFE}" type="slidenum">
              <a:rPr lang="en-US" altLang="en-US" sz="2400">
                <a:latin typeface="Times New Roman" panose="02020603050405020304" pitchFamily="18" charset="0"/>
              </a:rPr>
              <a:pPr eaLnBrk="1" hangingPunct="1">
                <a:spcBef>
                  <a:spcPct val="0"/>
                </a:spcBef>
                <a:buClrTx/>
                <a:buFontTx/>
                <a:buNone/>
              </a:pPr>
              <a:t>12</a:t>
            </a:fld>
            <a:endParaRPr lang="en-US" altLang="en-US" sz="2400">
              <a:latin typeface="Times New Roman" panose="02020603050405020304" pitchFamily="18" charset="0"/>
            </a:endParaRPr>
          </a:p>
        </p:txBody>
      </p:sp>
      <p:sp>
        <p:nvSpPr>
          <p:cNvPr id="17412" name="Rectangle 4">
            <a:extLst>
              <a:ext uri="{FF2B5EF4-FFF2-40B4-BE49-F238E27FC236}">
                <a16:creationId xmlns:a16="http://schemas.microsoft.com/office/drawing/2014/main" id="{C18FA866-184D-9B17-611F-CD84957DB3F0}"/>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5AE51697-1EFA-66CB-C4A1-193AA62CBD1E}"/>
              </a:ext>
            </a:extLst>
          </p:cNvPr>
          <p:cNvSpPr>
            <a:spLocks noGrp="1" noChangeArrowheads="1"/>
          </p:cNvSpPr>
          <p:nvPr>
            <p:ph idx="1"/>
          </p:nvPr>
        </p:nvSpPr>
        <p:spPr>
          <a:xfrm>
            <a:off x="228600" y="685800"/>
            <a:ext cx="8686800" cy="5105400"/>
          </a:xfrm>
        </p:spPr>
        <p:txBody>
          <a:bodyPr/>
          <a:lstStyle/>
          <a:p>
            <a:pPr eaLnBrk="1" hangingPunct="1">
              <a:buFontTx/>
              <a:buNone/>
            </a:pPr>
            <a:r>
              <a:rPr lang="en-US" altLang="en-US" sz="1600"/>
              <a:t>class   Callme </a:t>
            </a:r>
          </a:p>
          <a:p>
            <a:pPr eaLnBrk="1" hangingPunct="1">
              <a:buFontTx/>
              <a:buNone/>
            </a:pPr>
            <a:r>
              <a:rPr lang="en-US" altLang="en-US" sz="1600"/>
              <a:t>{</a:t>
            </a:r>
          </a:p>
          <a:p>
            <a:pPr eaLnBrk="1" hangingPunct="1">
              <a:buFontTx/>
              <a:buNone/>
            </a:pPr>
            <a:r>
              <a:rPr lang="en-US" altLang="en-US" sz="1600"/>
              <a:t>	</a:t>
            </a:r>
            <a:r>
              <a:rPr lang="en-US" altLang="en-US" sz="1600">
                <a:solidFill>
                  <a:srgbClr val="C00000"/>
                </a:solidFill>
              </a:rPr>
              <a:t>synchronized</a:t>
            </a:r>
            <a:r>
              <a:rPr lang="en-US" altLang="en-US" sz="1600"/>
              <a:t>  void   call(String   msg) </a:t>
            </a:r>
          </a:p>
          <a:p>
            <a:pPr eaLnBrk="1" hangingPunct="1">
              <a:buFontTx/>
              <a:buNone/>
            </a:pPr>
            <a:r>
              <a:rPr lang="en-US" altLang="en-US" sz="1600"/>
              <a:t>	{</a:t>
            </a:r>
          </a:p>
          <a:p>
            <a:pPr eaLnBrk="1" hangingPunct="1">
              <a:buFontTx/>
              <a:buNone/>
            </a:pPr>
            <a:r>
              <a:rPr lang="en-US" altLang="en-US" sz="1600"/>
              <a:t>		System.out.print("[" + msg);</a:t>
            </a:r>
          </a:p>
          <a:p>
            <a:pPr eaLnBrk="1" hangingPunct="1">
              <a:buFontTx/>
              <a:buNone/>
            </a:pPr>
            <a:r>
              <a:rPr lang="en-US" altLang="en-US" sz="1600"/>
              <a:t>		try </a:t>
            </a:r>
          </a:p>
          <a:p>
            <a:pPr eaLnBrk="1" hangingPunct="1">
              <a:buFontTx/>
              <a:buNone/>
            </a:pPr>
            <a:r>
              <a:rPr lang="en-US" altLang="en-US" sz="1600"/>
              <a:t>		{ 	Thread.sleep(1000);</a:t>
            </a:r>
          </a:p>
          <a:p>
            <a:pPr eaLnBrk="1" hangingPunct="1">
              <a:buFontTx/>
              <a:buNone/>
            </a:pPr>
            <a:r>
              <a:rPr lang="en-US" altLang="en-US" sz="1600"/>
              <a:t>		}</a:t>
            </a:r>
          </a:p>
          <a:p>
            <a:pPr eaLnBrk="1" hangingPunct="1">
              <a:buFontTx/>
              <a:buNone/>
            </a:pPr>
            <a:r>
              <a:rPr lang="en-US" altLang="en-US" sz="1600"/>
              <a:t>		 catch(InterruptedException   e)</a:t>
            </a:r>
          </a:p>
          <a:p>
            <a:pPr eaLnBrk="1" hangingPunct="1">
              <a:buFontTx/>
              <a:buNone/>
            </a:pPr>
            <a:r>
              <a:rPr lang="en-US" altLang="en-US" sz="1600"/>
              <a:t>		 {</a:t>
            </a:r>
          </a:p>
          <a:p>
            <a:pPr eaLnBrk="1" hangingPunct="1">
              <a:buFontTx/>
              <a:buNone/>
            </a:pPr>
            <a:r>
              <a:rPr lang="en-US" altLang="en-US" sz="1600"/>
              <a:t>			System.out.println("Interrupted");</a:t>
            </a:r>
          </a:p>
          <a:p>
            <a:pPr eaLnBrk="1" hangingPunct="1">
              <a:buFontTx/>
              <a:buNone/>
            </a:pPr>
            <a:r>
              <a:rPr lang="en-US" altLang="en-US" sz="1600"/>
              <a:t>		}</a:t>
            </a:r>
          </a:p>
          <a:p>
            <a:pPr eaLnBrk="1" hangingPunct="1">
              <a:buFontTx/>
              <a:buNone/>
            </a:pPr>
            <a:r>
              <a:rPr lang="en-US" altLang="en-US" sz="1600"/>
              <a:t>		 System.out.print(“]“ );</a:t>
            </a:r>
          </a:p>
          <a:p>
            <a:pPr eaLnBrk="1" hangingPunct="1">
              <a:buFontTx/>
              <a:buNone/>
            </a:pPr>
            <a:r>
              <a:rPr lang="en-US" altLang="en-US" sz="1600"/>
              <a:t>	}</a:t>
            </a:r>
          </a:p>
          <a:p>
            <a:pPr eaLnBrk="1" hangingPunct="1">
              <a:buFontTx/>
              <a:buNone/>
            </a:pPr>
            <a:r>
              <a:rPr lang="en-US" altLang="en-US" sz="1600"/>
              <a:t>}</a:t>
            </a:r>
          </a:p>
          <a:p>
            <a:pPr eaLnBrk="1" hangingPunct="1"/>
            <a:endParaRPr lang="en-US" altLang="en-US" sz="1800"/>
          </a:p>
        </p:txBody>
      </p:sp>
      <p:sp>
        <p:nvSpPr>
          <p:cNvPr id="18435" name="Slide Number Placeholder 3">
            <a:extLst>
              <a:ext uri="{FF2B5EF4-FFF2-40B4-BE49-F238E27FC236}">
                <a16:creationId xmlns:a16="http://schemas.microsoft.com/office/drawing/2014/main" id="{7ABC9DE0-2DDB-81D7-121E-A55A4F049BED}"/>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E7AFAC77-8CDD-4706-B4D1-2C5F09B23599}" type="slidenum">
              <a:rPr lang="en-US" altLang="en-US" sz="2400">
                <a:latin typeface="Times New Roman" panose="02020603050405020304" pitchFamily="18" charset="0"/>
              </a:rPr>
              <a:pPr eaLnBrk="1" hangingPunct="1">
                <a:spcBef>
                  <a:spcPct val="0"/>
                </a:spcBef>
                <a:buClrTx/>
                <a:buFontTx/>
                <a:buNone/>
              </a:pPr>
              <a:t>13</a:t>
            </a:fld>
            <a:endParaRPr lang="en-US" altLang="en-US" sz="2400">
              <a:latin typeface="Times New Roman" panose="02020603050405020304" pitchFamily="18" charset="0"/>
            </a:endParaRPr>
          </a:p>
        </p:txBody>
      </p:sp>
      <p:sp>
        <p:nvSpPr>
          <p:cNvPr id="18436" name="Rectangle 4">
            <a:extLst>
              <a:ext uri="{FF2B5EF4-FFF2-40B4-BE49-F238E27FC236}">
                <a16:creationId xmlns:a16="http://schemas.microsoft.com/office/drawing/2014/main" id="{F96A599E-215E-EF5E-5486-3A8BD827C347}"/>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F8E4D661-4D2C-9C49-5532-2F9409A74ED8}"/>
              </a:ext>
            </a:extLst>
          </p:cNvPr>
          <p:cNvSpPr>
            <a:spLocks noGrp="1" noChangeArrowheads="1"/>
          </p:cNvSpPr>
          <p:nvPr>
            <p:ph idx="1"/>
          </p:nvPr>
        </p:nvSpPr>
        <p:spPr>
          <a:xfrm>
            <a:off x="304800" y="838200"/>
            <a:ext cx="8229600" cy="1524000"/>
          </a:xfrm>
        </p:spPr>
        <p:txBody>
          <a:bodyPr/>
          <a:lstStyle/>
          <a:p>
            <a:pPr eaLnBrk="1" hangingPunct="1">
              <a:buFontTx/>
              <a:buNone/>
            </a:pPr>
            <a:r>
              <a:rPr lang="en-US" altLang="en-US"/>
              <a:t>OUTPUT</a:t>
            </a:r>
          </a:p>
          <a:p>
            <a:pPr eaLnBrk="1" hangingPunct="1">
              <a:buFontTx/>
              <a:buNone/>
            </a:pPr>
            <a:r>
              <a:rPr lang="en-US" altLang="en-US"/>
              <a:t>[manipal ]  [institute ]   [of]   [technology  ]</a:t>
            </a:r>
          </a:p>
          <a:p>
            <a:pPr eaLnBrk="1" hangingPunct="1">
              <a:buFontTx/>
              <a:buNone/>
            </a:pPr>
            <a:endParaRPr lang="en-US" altLang="en-US"/>
          </a:p>
          <a:p>
            <a:pPr eaLnBrk="1" hangingPunct="1">
              <a:buFontTx/>
              <a:buNone/>
            </a:pPr>
            <a:endParaRPr lang="en-US" altLang="en-US"/>
          </a:p>
        </p:txBody>
      </p:sp>
      <p:sp>
        <p:nvSpPr>
          <p:cNvPr id="19459" name="Slide Number Placeholder 3">
            <a:extLst>
              <a:ext uri="{FF2B5EF4-FFF2-40B4-BE49-F238E27FC236}">
                <a16:creationId xmlns:a16="http://schemas.microsoft.com/office/drawing/2014/main" id="{2F5E5326-C5C5-CF4F-D055-47B615F8091E}"/>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1D1AC2CC-B945-4C69-A63E-5ED098CCCC46}" type="slidenum">
              <a:rPr lang="en-US" altLang="en-US" sz="2400">
                <a:latin typeface="Times New Roman" panose="02020603050405020304" pitchFamily="18" charset="0"/>
              </a:rPr>
              <a:pPr eaLnBrk="1" hangingPunct="1">
                <a:spcBef>
                  <a:spcPct val="0"/>
                </a:spcBef>
                <a:buClrTx/>
                <a:buFontTx/>
                <a:buNone/>
              </a:pPr>
              <a:t>14</a:t>
            </a:fld>
            <a:endParaRPr lang="en-US" altLang="en-US" sz="2400">
              <a:latin typeface="Times New Roman" panose="02020603050405020304" pitchFamily="18" charset="0"/>
            </a:endParaRPr>
          </a:p>
        </p:txBody>
      </p:sp>
      <p:sp>
        <p:nvSpPr>
          <p:cNvPr id="19460" name="Rectangle 4">
            <a:extLst>
              <a:ext uri="{FF2B5EF4-FFF2-40B4-BE49-F238E27FC236}">
                <a16:creationId xmlns:a16="http://schemas.microsoft.com/office/drawing/2014/main" id="{302A7B93-C2C7-36B2-A5A3-B813D23000E5}"/>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6701F7F-6BE4-4CA5-08E9-15B10CA8E69E}"/>
              </a:ext>
            </a:extLst>
          </p:cNvPr>
          <p:cNvSpPr>
            <a:spLocks noGrp="1" noChangeArrowheads="1"/>
          </p:cNvSpPr>
          <p:nvPr>
            <p:ph type="title"/>
          </p:nvPr>
        </p:nvSpPr>
        <p:spPr/>
        <p:txBody>
          <a:bodyPr/>
          <a:lstStyle/>
          <a:p>
            <a:endParaRPr lang="en-US" altLang="en-US"/>
          </a:p>
        </p:txBody>
      </p:sp>
      <p:sp>
        <p:nvSpPr>
          <p:cNvPr id="20483" name="Content Placeholder 2">
            <a:extLst>
              <a:ext uri="{FF2B5EF4-FFF2-40B4-BE49-F238E27FC236}">
                <a16:creationId xmlns:a16="http://schemas.microsoft.com/office/drawing/2014/main" id="{294D28A4-BAD3-0AFA-FFB9-3C54C828D8FC}"/>
              </a:ext>
            </a:extLst>
          </p:cNvPr>
          <p:cNvSpPr>
            <a:spLocks noGrp="1" noChangeArrowheads="1"/>
          </p:cNvSpPr>
          <p:nvPr>
            <p:ph idx="1"/>
          </p:nvPr>
        </p:nvSpPr>
        <p:spPr/>
        <p:txBody>
          <a:bodyPr/>
          <a:lstStyle/>
          <a:p>
            <a:r>
              <a:rPr lang="en-US" altLang="en-US"/>
              <a:t>Previous program may be written by removing Synchronized keyword and updating run method as follows</a:t>
            </a: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E2AA6CB-7253-16E5-803C-888BA1E2C1D1}"/>
              </a:ext>
            </a:extLst>
          </p:cNvPr>
          <p:cNvSpPr>
            <a:spLocks noGrp="1" noChangeArrowheads="1"/>
          </p:cNvSpPr>
          <p:nvPr>
            <p:ph type="title"/>
          </p:nvPr>
        </p:nvSpPr>
        <p:spPr>
          <a:xfrm>
            <a:off x="314325" y="622300"/>
            <a:ext cx="8515350" cy="444500"/>
          </a:xfrm>
        </p:spPr>
        <p:txBody>
          <a:bodyPr/>
          <a:lstStyle/>
          <a:p>
            <a:pPr eaLnBrk="1" hangingPunct="1"/>
            <a:r>
              <a:rPr lang="en-US" altLang="en-US"/>
              <a:t>Marking block of code as synchronized</a:t>
            </a:r>
          </a:p>
        </p:txBody>
      </p:sp>
      <p:sp>
        <p:nvSpPr>
          <p:cNvPr id="21507" name="Content Placeholder 2">
            <a:extLst>
              <a:ext uri="{FF2B5EF4-FFF2-40B4-BE49-F238E27FC236}">
                <a16:creationId xmlns:a16="http://schemas.microsoft.com/office/drawing/2014/main" id="{37781711-DBEA-254B-9D64-D906B90E2DA5}"/>
              </a:ext>
            </a:extLst>
          </p:cNvPr>
          <p:cNvSpPr>
            <a:spLocks noGrp="1" noChangeArrowheads="1"/>
          </p:cNvSpPr>
          <p:nvPr>
            <p:ph idx="1"/>
          </p:nvPr>
        </p:nvSpPr>
        <p:spPr>
          <a:xfrm>
            <a:off x="381000" y="1371600"/>
            <a:ext cx="8458200" cy="3352800"/>
          </a:xfrm>
        </p:spPr>
        <p:txBody>
          <a:bodyPr/>
          <a:lstStyle/>
          <a:p>
            <a:pPr eaLnBrk="1" hangingPunct="1">
              <a:buFontTx/>
              <a:buNone/>
            </a:pPr>
            <a:r>
              <a:rPr lang="en-US" altLang="en-US" sz="1800"/>
              <a:t>    public void run()</a:t>
            </a:r>
          </a:p>
          <a:p>
            <a:pPr eaLnBrk="1" hangingPunct="1">
              <a:buFontTx/>
              <a:buNone/>
            </a:pPr>
            <a:r>
              <a:rPr lang="en-US" altLang="en-US" sz="1800"/>
              <a:t>   {</a:t>
            </a:r>
          </a:p>
          <a:p>
            <a:pPr eaLnBrk="1" hangingPunct="1">
              <a:buFontTx/>
              <a:buNone/>
            </a:pPr>
            <a:r>
              <a:rPr lang="en-US" altLang="en-US" sz="1800"/>
              <a:t>                synchronized(obj)</a:t>
            </a:r>
          </a:p>
          <a:p>
            <a:pPr eaLnBrk="1" hangingPunct="1">
              <a:buFontTx/>
              <a:buNone/>
            </a:pPr>
            <a:r>
              <a:rPr lang="en-US" altLang="en-US" sz="1800"/>
              <a:t>		{</a:t>
            </a:r>
          </a:p>
          <a:p>
            <a:pPr eaLnBrk="1" hangingPunct="1">
              <a:buFontTx/>
              <a:buNone/>
            </a:pPr>
            <a:r>
              <a:rPr lang="en-US" altLang="en-US" sz="1800"/>
              <a:t>			obj.call(msg);</a:t>
            </a:r>
          </a:p>
          <a:p>
            <a:pPr eaLnBrk="1" hangingPunct="1">
              <a:buFontTx/>
              <a:buNone/>
            </a:pPr>
            <a:r>
              <a:rPr lang="en-US" altLang="en-US" sz="1800"/>
              <a:t>		}</a:t>
            </a:r>
          </a:p>
          <a:p>
            <a:pPr eaLnBrk="1" hangingPunct="1">
              <a:buFontTx/>
              <a:buNone/>
            </a:pPr>
            <a:r>
              <a:rPr lang="en-US" altLang="en-US" sz="1800"/>
              <a:t>	 }</a:t>
            </a:r>
          </a:p>
          <a:p>
            <a:pPr eaLnBrk="1" hangingPunct="1"/>
            <a:endParaRPr lang="en-US" altLang="en-US"/>
          </a:p>
        </p:txBody>
      </p:sp>
      <p:sp>
        <p:nvSpPr>
          <p:cNvPr id="21508" name="Slide Number Placeholder 3">
            <a:extLst>
              <a:ext uri="{FF2B5EF4-FFF2-40B4-BE49-F238E27FC236}">
                <a16:creationId xmlns:a16="http://schemas.microsoft.com/office/drawing/2014/main" id="{77BF0545-74FB-6E2A-4D06-80E018F2E932}"/>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61FF6716-3D97-4133-A3D9-DE2D1C6D4891}" type="slidenum">
              <a:rPr lang="en-US" altLang="en-US" sz="2400">
                <a:latin typeface="Times New Roman" panose="02020603050405020304" pitchFamily="18" charset="0"/>
              </a:rPr>
              <a:pPr eaLnBrk="1" hangingPunct="1">
                <a:spcBef>
                  <a:spcPct val="0"/>
                </a:spcBef>
                <a:buClrTx/>
                <a:buFontTx/>
                <a:buNone/>
              </a:pPr>
              <a:t>16</a:t>
            </a:fld>
            <a:endParaRPr lang="en-US" altLang="en-US" sz="2400">
              <a:latin typeface="Times New Roman" panose="02020603050405020304" pitchFamily="18" charset="0"/>
            </a:endParaRPr>
          </a:p>
        </p:txBody>
      </p:sp>
      <p:sp>
        <p:nvSpPr>
          <p:cNvPr id="21509" name="Rectangle 4">
            <a:extLst>
              <a:ext uri="{FF2B5EF4-FFF2-40B4-BE49-F238E27FC236}">
                <a16:creationId xmlns:a16="http://schemas.microsoft.com/office/drawing/2014/main" id="{41EAAE2D-9734-BC49-FC30-0B25E5D00060}"/>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013DA51-BAD8-63CF-0216-85D413F2E9F5}"/>
              </a:ext>
            </a:extLst>
          </p:cNvPr>
          <p:cNvSpPr>
            <a:spLocks noGrp="1" noChangeArrowheads="1"/>
          </p:cNvSpPr>
          <p:nvPr>
            <p:ph type="title"/>
          </p:nvPr>
        </p:nvSpPr>
        <p:spPr>
          <a:xfrm>
            <a:off x="228600" y="609600"/>
            <a:ext cx="8458200" cy="381000"/>
          </a:xfrm>
        </p:spPr>
        <p:txBody>
          <a:bodyPr/>
          <a:lstStyle/>
          <a:p>
            <a:pPr eaLnBrk="1" hangingPunct="1"/>
            <a:r>
              <a:rPr lang="en-US" altLang="en-US"/>
              <a:t>Interthread Communication</a:t>
            </a:r>
          </a:p>
        </p:txBody>
      </p:sp>
      <p:sp>
        <p:nvSpPr>
          <p:cNvPr id="22531" name="Content Placeholder 2">
            <a:extLst>
              <a:ext uri="{FF2B5EF4-FFF2-40B4-BE49-F238E27FC236}">
                <a16:creationId xmlns:a16="http://schemas.microsoft.com/office/drawing/2014/main" id="{87E921E1-1E72-FF69-0F8E-D257F95E1AE7}"/>
              </a:ext>
            </a:extLst>
          </p:cNvPr>
          <p:cNvSpPr>
            <a:spLocks noGrp="1" noChangeArrowheads="1"/>
          </p:cNvSpPr>
          <p:nvPr>
            <p:ph idx="1"/>
          </p:nvPr>
        </p:nvSpPr>
        <p:spPr>
          <a:xfrm>
            <a:off x="304800" y="1219200"/>
            <a:ext cx="8534400" cy="4724400"/>
          </a:xfrm>
        </p:spPr>
        <p:txBody>
          <a:bodyPr/>
          <a:lstStyle/>
          <a:p>
            <a:pPr eaLnBrk="1" hangingPunct="1">
              <a:buFontTx/>
              <a:buNone/>
            </a:pPr>
            <a:r>
              <a:rPr lang="en-US" altLang="en-US" sz="1600" b="1"/>
              <a:t>      </a:t>
            </a:r>
            <a:r>
              <a:rPr lang="en-US" altLang="en-US" sz="1600" b="1">
                <a:solidFill>
                  <a:srgbClr val="FF0000"/>
                </a:solidFill>
              </a:rPr>
              <a:t>Methods must be called from  inside  of synchronized method</a:t>
            </a:r>
            <a:r>
              <a:rPr lang="en-US" altLang="en-US" sz="1600" b="1"/>
              <a:t>.   </a:t>
            </a:r>
          </a:p>
          <a:p>
            <a:pPr eaLnBrk="1" hangingPunct="1">
              <a:buFontTx/>
              <a:buNone/>
            </a:pPr>
            <a:r>
              <a:rPr lang="en-US" altLang="en-US" sz="1600" b="1"/>
              <a:t>      </a:t>
            </a:r>
            <a:r>
              <a:rPr lang="en-US" altLang="en-US" sz="1600" b="1">
                <a:solidFill>
                  <a:srgbClr val="FF0000"/>
                </a:solidFill>
              </a:rPr>
              <a:t>All three are final methods</a:t>
            </a:r>
            <a:r>
              <a:rPr lang="en-US" altLang="en-US" sz="1600" b="1"/>
              <a:t>. Defined in Object class</a:t>
            </a:r>
          </a:p>
          <a:p>
            <a:pPr eaLnBrk="1" hangingPunct="1">
              <a:buFontTx/>
              <a:buNone/>
            </a:pPr>
            <a:endParaRPr lang="en-US" altLang="en-US" sz="1600" b="1"/>
          </a:p>
          <a:p>
            <a:pPr eaLnBrk="1" hangingPunct="1">
              <a:buFontTx/>
              <a:buNone/>
            </a:pPr>
            <a:r>
              <a:rPr lang="en-US" altLang="en-US" sz="1600" b="1"/>
              <a:t>	1.  wait( ) </a:t>
            </a:r>
            <a:r>
              <a:rPr lang="en-US" altLang="en-US" sz="1600"/>
              <a:t>tells the calling thread to give up the monitor and go to sleep until some other  </a:t>
            </a:r>
          </a:p>
          <a:p>
            <a:pPr eaLnBrk="1" hangingPunct="1">
              <a:buFontTx/>
              <a:buNone/>
            </a:pPr>
            <a:r>
              <a:rPr lang="en-US" altLang="en-US" sz="1600"/>
              <a:t>              thread enters the same monitor and calls </a:t>
            </a:r>
            <a:r>
              <a:rPr lang="en-US" altLang="en-US" sz="1600" b="1"/>
              <a:t>notify( )</a:t>
            </a:r>
            <a:r>
              <a:rPr lang="en-US" altLang="en-US" sz="1600"/>
              <a:t>.</a:t>
            </a:r>
          </a:p>
          <a:p>
            <a:pPr eaLnBrk="1" hangingPunct="1">
              <a:buFontTx/>
              <a:buNone/>
            </a:pPr>
            <a:r>
              <a:rPr lang="en-US" altLang="en-US" sz="1600" b="1"/>
              <a:t>                          final  void  wait( )  throws  InterruptedException</a:t>
            </a:r>
          </a:p>
          <a:p>
            <a:pPr eaLnBrk="1" hangingPunct="1">
              <a:buFontTx/>
              <a:buNone/>
            </a:pPr>
            <a:endParaRPr lang="en-US" altLang="en-US" sz="1600" b="1"/>
          </a:p>
          <a:p>
            <a:pPr eaLnBrk="1" hangingPunct="1">
              <a:buFontTx/>
              <a:buNone/>
            </a:pPr>
            <a:r>
              <a:rPr lang="en-US" altLang="en-US" sz="1600" b="1"/>
              <a:t>    2.  notify( ) </a:t>
            </a:r>
            <a:r>
              <a:rPr lang="en-US" altLang="en-US" sz="1600"/>
              <a:t>wakes up the first thread that called wait( ) on the same object</a:t>
            </a:r>
            <a:r>
              <a:rPr lang="en-US" altLang="en-US" sz="1600" b="1"/>
              <a:t>.</a:t>
            </a:r>
          </a:p>
          <a:p>
            <a:pPr eaLnBrk="1" hangingPunct="1">
              <a:buFontTx/>
              <a:buNone/>
            </a:pPr>
            <a:r>
              <a:rPr lang="en-US" altLang="en-US" sz="1600" b="1"/>
              <a:t>                          final  void  notify( )</a:t>
            </a:r>
          </a:p>
          <a:p>
            <a:pPr eaLnBrk="1" hangingPunct="1">
              <a:buFontTx/>
              <a:buNone/>
            </a:pPr>
            <a:endParaRPr lang="en-US" altLang="en-US" sz="1600" b="1"/>
          </a:p>
          <a:p>
            <a:pPr eaLnBrk="1" hangingPunct="1">
              <a:buFontTx/>
              <a:buNone/>
            </a:pPr>
            <a:r>
              <a:rPr lang="en-US" altLang="en-US" sz="1600" b="1"/>
              <a:t>   3.  notifyAll( ) </a:t>
            </a:r>
            <a:r>
              <a:rPr lang="en-US" altLang="en-US" sz="1600"/>
              <a:t>wakes up all the threads that called wait( ) on the same object. The  highest  </a:t>
            </a:r>
          </a:p>
          <a:p>
            <a:pPr eaLnBrk="1" hangingPunct="1">
              <a:buFontTx/>
              <a:buNone/>
            </a:pPr>
            <a:r>
              <a:rPr lang="en-US" altLang="en-US" sz="1600"/>
              <a:t>        priority thread will run first.</a:t>
            </a:r>
          </a:p>
          <a:p>
            <a:pPr eaLnBrk="1" hangingPunct="1">
              <a:buFontTx/>
              <a:buNone/>
            </a:pPr>
            <a:r>
              <a:rPr lang="en-US" altLang="en-US" sz="1600"/>
              <a:t>                         </a:t>
            </a:r>
            <a:r>
              <a:rPr lang="en-US" altLang="en-US" sz="1600" b="1"/>
              <a:t>final  void  notifyAll( )</a:t>
            </a:r>
          </a:p>
        </p:txBody>
      </p:sp>
      <p:sp>
        <p:nvSpPr>
          <p:cNvPr id="22532" name="Slide Number Placeholder 4">
            <a:extLst>
              <a:ext uri="{FF2B5EF4-FFF2-40B4-BE49-F238E27FC236}">
                <a16:creationId xmlns:a16="http://schemas.microsoft.com/office/drawing/2014/main" id="{A824DC1A-5143-7BD3-7067-F451BAD1074F}"/>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71AA8071-0712-45FF-9E60-60874509ECED}" type="slidenum">
              <a:rPr lang="en-US" altLang="en-US" sz="2400">
                <a:latin typeface="Times New Roman" panose="02020603050405020304" pitchFamily="18" charset="0"/>
              </a:rPr>
              <a:pPr eaLnBrk="1" hangingPunct="1">
                <a:spcBef>
                  <a:spcPct val="0"/>
                </a:spcBef>
                <a:buClrTx/>
                <a:buFontTx/>
                <a:buNone/>
              </a:pPr>
              <a:t>17</a:t>
            </a:fld>
            <a:endParaRPr lang="en-US" altLang="en-US" sz="2400">
              <a:latin typeface="Times New Roman" panose="02020603050405020304" pitchFamily="18" charset="0"/>
            </a:endParaRPr>
          </a:p>
        </p:txBody>
      </p:sp>
      <p:sp>
        <p:nvSpPr>
          <p:cNvPr id="22533" name="Rectangle 4">
            <a:extLst>
              <a:ext uri="{FF2B5EF4-FFF2-40B4-BE49-F238E27FC236}">
                <a16:creationId xmlns:a16="http://schemas.microsoft.com/office/drawing/2014/main" id="{AAE6DE6F-E33B-B93A-F7BF-6FC5C855EC70}"/>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21808215-2E79-E486-0633-78A442777599}"/>
              </a:ext>
            </a:extLst>
          </p:cNvPr>
          <p:cNvSpPr>
            <a:spLocks noGrp="1" noChangeArrowheads="1"/>
          </p:cNvSpPr>
          <p:nvPr>
            <p:ph idx="1"/>
          </p:nvPr>
        </p:nvSpPr>
        <p:spPr>
          <a:xfrm>
            <a:off x="228600" y="609600"/>
            <a:ext cx="8382000" cy="4876800"/>
          </a:xfrm>
        </p:spPr>
        <p:txBody>
          <a:bodyPr/>
          <a:lstStyle/>
          <a:p>
            <a:pPr eaLnBrk="1" hangingPunct="1">
              <a:buFontTx/>
              <a:buNone/>
            </a:pPr>
            <a:r>
              <a:rPr lang="en-US" altLang="en-US" sz="1400"/>
              <a:t>// An incorrect implementation of a producer and consumer.</a:t>
            </a:r>
          </a:p>
          <a:p>
            <a:pPr eaLnBrk="1" hangingPunct="1">
              <a:buFontTx/>
              <a:buNone/>
            </a:pPr>
            <a:r>
              <a:rPr lang="en-US" altLang="en-US" sz="1400"/>
              <a:t>class  Q </a:t>
            </a:r>
          </a:p>
          <a:p>
            <a:pPr eaLnBrk="1" hangingPunct="1">
              <a:buFontTx/>
              <a:buNone/>
            </a:pPr>
            <a:r>
              <a:rPr lang="en-US" altLang="en-US" sz="1400"/>
              <a:t>{</a:t>
            </a:r>
          </a:p>
          <a:p>
            <a:pPr eaLnBrk="1" hangingPunct="1">
              <a:buFontTx/>
              <a:buNone/>
            </a:pPr>
            <a:r>
              <a:rPr lang="en-US" altLang="en-US" sz="1400"/>
              <a:t>	  int   n;</a:t>
            </a:r>
          </a:p>
          <a:p>
            <a:pPr eaLnBrk="1" hangingPunct="1">
              <a:buFontTx/>
              <a:buNone/>
            </a:pPr>
            <a:r>
              <a:rPr lang="en-US" altLang="en-US" sz="1400"/>
              <a:t>	  synchronized   int   get() </a:t>
            </a:r>
          </a:p>
          <a:p>
            <a:pPr eaLnBrk="1" hangingPunct="1">
              <a:buFontTx/>
              <a:buNone/>
            </a:pPr>
            <a:r>
              <a:rPr lang="en-US" altLang="en-US" sz="1400"/>
              <a:t>	  {</a:t>
            </a:r>
          </a:p>
          <a:p>
            <a:pPr eaLnBrk="1" hangingPunct="1">
              <a:buFontTx/>
              <a:buNone/>
            </a:pPr>
            <a:r>
              <a:rPr lang="en-US" altLang="en-US" sz="1400"/>
              <a:t>		System.out.println("Got: " + n);</a:t>
            </a:r>
          </a:p>
          <a:p>
            <a:pPr eaLnBrk="1" hangingPunct="1">
              <a:buFontTx/>
              <a:buNone/>
            </a:pPr>
            <a:r>
              <a:rPr lang="en-US" altLang="en-US" sz="1400"/>
              <a:t>		return  n;</a:t>
            </a:r>
          </a:p>
          <a:p>
            <a:pPr eaLnBrk="1" hangingPunct="1">
              <a:buFontTx/>
              <a:buNone/>
            </a:pPr>
            <a:r>
              <a:rPr lang="en-US" altLang="en-US" sz="1400"/>
              <a:t>	 }</a:t>
            </a:r>
          </a:p>
          <a:p>
            <a:pPr eaLnBrk="1" hangingPunct="1">
              <a:buFontTx/>
              <a:buNone/>
            </a:pPr>
            <a:endParaRPr lang="en-US" altLang="en-US" sz="1400"/>
          </a:p>
          <a:p>
            <a:pPr eaLnBrk="1" hangingPunct="1">
              <a:buFontTx/>
              <a:buNone/>
            </a:pPr>
            <a:r>
              <a:rPr lang="en-US" altLang="en-US" sz="1400"/>
              <a:t>	synchronized   void   put(int   n) </a:t>
            </a:r>
          </a:p>
          <a:p>
            <a:pPr eaLnBrk="1" hangingPunct="1">
              <a:buFontTx/>
              <a:buNone/>
            </a:pPr>
            <a:r>
              <a:rPr lang="en-US" altLang="en-US" sz="1400"/>
              <a:t>	{</a:t>
            </a:r>
          </a:p>
          <a:p>
            <a:pPr eaLnBrk="1" hangingPunct="1">
              <a:buFontTx/>
              <a:buNone/>
            </a:pPr>
            <a:r>
              <a:rPr lang="en-US" altLang="en-US" sz="1400"/>
              <a:t>		this.n = n;</a:t>
            </a:r>
          </a:p>
          <a:p>
            <a:pPr eaLnBrk="1" hangingPunct="1">
              <a:buFontTx/>
              <a:buNone/>
            </a:pPr>
            <a:r>
              <a:rPr lang="en-US" altLang="en-US" sz="1400"/>
              <a:t>		System.out.println("Put: " + n);</a:t>
            </a:r>
          </a:p>
          <a:p>
            <a:pPr eaLnBrk="1" hangingPunct="1">
              <a:buFontTx/>
              <a:buNone/>
            </a:pPr>
            <a:r>
              <a:rPr lang="en-US" altLang="en-US" sz="1400"/>
              <a:t>	}</a:t>
            </a:r>
          </a:p>
          <a:p>
            <a:pPr eaLnBrk="1" hangingPunct="1">
              <a:buFontTx/>
              <a:buNone/>
            </a:pPr>
            <a:r>
              <a:rPr lang="en-US" altLang="en-US" sz="1400"/>
              <a:t>}</a:t>
            </a:r>
          </a:p>
        </p:txBody>
      </p:sp>
      <p:sp>
        <p:nvSpPr>
          <p:cNvPr id="23555" name="Slide Number Placeholder 4">
            <a:extLst>
              <a:ext uri="{FF2B5EF4-FFF2-40B4-BE49-F238E27FC236}">
                <a16:creationId xmlns:a16="http://schemas.microsoft.com/office/drawing/2014/main" id="{C2D06DB0-0B55-37DF-EF17-5E6760DB6DF7}"/>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E33BF952-2E48-42B4-8F4F-322C445B1601}" type="slidenum">
              <a:rPr lang="en-US" altLang="en-US" sz="2400">
                <a:latin typeface="Times New Roman" panose="02020603050405020304" pitchFamily="18" charset="0"/>
              </a:rPr>
              <a:pPr eaLnBrk="1" hangingPunct="1">
                <a:spcBef>
                  <a:spcPct val="0"/>
                </a:spcBef>
                <a:buClrTx/>
                <a:buFontTx/>
                <a:buNone/>
              </a:pPr>
              <a:t>18</a:t>
            </a:fld>
            <a:endParaRPr lang="en-US" altLang="en-US" sz="2400">
              <a:latin typeface="Times New Roman" panose="02020603050405020304" pitchFamily="18" charset="0"/>
            </a:endParaRPr>
          </a:p>
        </p:txBody>
      </p:sp>
      <p:sp>
        <p:nvSpPr>
          <p:cNvPr id="23556" name="Rectangle 5">
            <a:extLst>
              <a:ext uri="{FF2B5EF4-FFF2-40B4-BE49-F238E27FC236}">
                <a16:creationId xmlns:a16="http://schemas.microsoft.com/office/drawing/2014/main" id="{9194710D-D7FC-6007-92FD-FDB33F1070EC}"/>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a:extLst>
              <a:ext uri="{FF2B5EF4-FFF2-40B4-BE49-F238E27FC236}">
                <a16:creationId xmlns:a16="http://schemas.microsoft.com/office/drawing/2014/main" id="{73453361-1ACF-2475-BBDC-4538FF38148B}"/>
              </a:ext>
            </a:extLst>
          </p:cNvPr>
          <p:cNvSpPr>
            <a:spLocks noGrp="1" noChangeArrowheads="1"/>
          </p:cNvSpPr>
          <p:nvPr>
            <p:ph idx="1"/>
          </p:nvPr>
        </p:nvSpPr>
        <p:spPr>
          <a:xfrm>
            <a:off x="228600" y="533400"/>
            <a:ext cx="8610600" cy="5410200"/>
          </a:xfrm>
        </p:spPr>
        <p:txBody>
          <a:bodyPr/>
          <a:lstStyle/>
          <a:p>
            <a:pPr eaLnBrk="1" hangingPunct="1">
              <a:buFontTx/>
              <a:buNone/>
            </a:pPr>
            <a:r>
              <a:rPr lang="en-US" altLang="en-US" sz="1400"/>
              <a:t>class   Producer   implements   Runnable </a:t>
            </a:r>
          </a:p>
          <a:p>
            <a:pPr eaLnBrk="1" hangingPunct="1">
              <a:buFontTx/>
              <a:buNone/>
            </a:pPr>
            <a:r>
              <a:rPr lang="en-US" altLang="en-US" sz="1400"/>
              <a:t>{</a:t>
            </a:r>
          </a:p>
          <a:p>
            <a:pPr eaLnBrk="1" hangingPunct="1">
              <a:buFontTx/>
              <a:buNone/>
            </a:pPr>
            <a:r>
              <a:rPr lang="en-US" altLang="en-US" sz="1400"/>
              <a:t>	Q     q;</a:t>
            </a:r>
          </a:p>
          <a:p>
            <a:pPr eaLnBrk="1" hangingPunct="1">
              <a:buFontTx/>
              <a:buNone/>
            </a:pPr>
            <a:r>
              <a:rPr lang="en-US" altLang="en-US" sz="1400"/>
              <a:t>	Producer(Q     q)</a:t>
            </a:r>
          </a:p>
          <a:p>
            <a:pPr eaLnBrk="1" hangingPunct="1">
              <a:buFontTx/>
              <a:buNone/>
            </a:pPr>
            <a:r>
              <a:rPr lang="en-US" altLang="en-US" sz="1400"/>
              <a:t>	 {</a:t>
            </a:r>
          </a:p>
          <a:p>
            <a:pPr eaLnBrk="1" hangingPunct="1">
              <a:buFontTx/>
              <a:buNone/>
            </a:pPr>
            <a:r>
              <a:rPr lang="en-US" altLang="en-US" sz="1400"/>
              <a:t>		this.q = q;</a:t>
            </a:r>
          </a:p>
          <a:p>
            <a:pPr eaLnBrk="1" hangingPunct="1">
              <a:buFontTx/>
              <a:buNone/>
            </a:pPr>
            <a:r>
              <a:rPr lang="en-US" altLang="en-US" sz="1400"/>
              <a:t>		new   Thread(this, "Producer").start();</a:t>
            </a:r>
          </a:p>
          <a:p>
            <a:pPr eaLnBrk="1" hangingPunct="1">
              <a:buFontTx/>
              <a:buNone/>
            </a:pPr>
            <a:r>
              <a:rPr lang="en-US" altLang="en-US" sz="1400"/>
              <a:t>	}</a:t>
            </a:r>
          </a:p>
          <a:p>
            <a:pPr eaLnBrk="1" hangingPunct="1">
              <a:buFontTx/>
              <a:buNone/>
            </a:pPr>
            <a:endParaRPr lang="en-US" altLang="en-US" sz="1400"/>
          </a:p>
          <a:p>
            <a:pPr eaLnBrk="1" hangingPunct="1">
              <a:buFontTx/>
              <a:buNone/>
            </a:pPr>
            <a:r>
              <a:rPr lang="en-US" altLang="en-US" sz="1400"/>
              <a:t>	public   void   run() </a:t>
            </a:r>
          </a:p>
          <a:p>
            <a:pPr eaLnBrk="1" hangingPunct="1">
              <a:buFontTx/>
              <a:buNone/>
            </a:pPr>
            <a:r>
              <a:rPr lang="en-US" altLang="en-US" sz="1400"/>
              <a:t>	{</a:t>
            </a:r>
          </a:p>
          <a:p>
            <a:pPr eaLnBrk="1" hangingPunct="1">
              <a:buFontTx/>
              <a:buNone/>
            </a:pPr>
            <a:r>
              <a:rPr lang="en-US" altLang="en-US" sz="1400"/>
              <a:t>		int   i = 0;</a:t>
            </a:r>
          </a:p>
          <a:p>
            <a:pPr eaLnBrk="1" hangingPunct="1">
              <a:buFontTx/>
              <a:buNone/>
            </a:pPr>
            <a:r>
              <a:rPr lang="en-US" altLang="en-US" sz="1400"/>
              <a:t>		while(true)</a:t>
            </a:r>
          </a:p>
          <a:p>
            <a:pPr eaLnBrk="1" hangingPunct="1">
              <a:buFontTx/>
              <a:buNone/>
            </a:pPr>
            <a:r>
              <a:rPr lang="en-US" altLang="en-US" sz="1400"/>
              <a:t>		 {</a:t>
            </a:r>
          </a:p>
          <a:p>
            <a:pPr eaLnBrk="1" hangingPunct="1">
              <a:buFontTx/>
              <a:buNone/>
            </a:pPr>
            <a:r>
              <a:rPr lang="en-US" altLang="en-US" sz="1400"/>
              <a:t>			q.put(i++);</a:t>
            </a:r>
          </a:p>
          <a:p>
            <a:pPr eaLnBrk="1" hangingPunct="1">
              <a:buFontTx/>
              <a:buNone/>
            </a:pPr>
            <a:r>
              <a:rPr lang="en-US" altLang="en-US" sz="1400"/>
              <a:t>		}</a:t>
            </a:r>
          </a:p>
          <a:p>
            <a:pPr eaLnBrk="1" hangingPunct="1">
              <a:buFontTx/>
              <a:buNone/>
            </a:pPr>
            <a:r>
              <a:rPr lang="en-US" altLang="en-US" sz="1400"/>
              <a:t>	}</a:t>
            </a:r>
          </a:p>
          <a:p>
            <a:pPr eaLnBrk="1" hangingPunct="1">
              <a:buFontTx/>
              <a:buNone/>
            </a:pPr>
            <a:r>
              <a:rPr lang="en-US" altLang="en-US" sz="1400"/>
              <a:t>}</a:t>
            </a:r>
          </a:p>
        </p:txBody>
      </p:sp>
      <p:sp>
        <p:nvSpPr>
          <p:cNvPr id="24579" name="Slide Number Placeholder 4">
            <a:extLst>
              <a:ext uri="{FF2B5EF4-FFF2-40B4-BE49-F238E27FC236}">
                <a16:creationId xmlns:a16="http://schemas.microsoft.com/office/drawing/2014/main" id="{C65B3830-D678-4F2E-E62D-950C4D44FBE4}"/>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DE88DF58-BCFA-4C01-94E3-E417113BBE72}" type="slidenum">
              <a:rPr lang="en-US" altLang="en-US" sz="2400">
                <a:latin typeface="Times New Roman" panose="02020603050405020304" pitchFamily="18" charset="0"/>
              </a:rPr>
              <a:pPr eaLnBrk="1" hangingPunct="1">
                <a:spcBef>
                  <a:spcPct val="0"/>
                </a:spcBef>
                <a:buClrTx/>
                <a:buFontTx/>
                <a:buNone/>
              </a:pPr>
              <a:t>19</a:t>
            </a:fld>
            <a:endParaRPr lang="en-US" altLang="en-US" sz="2400">
              <a:latin typeface="Times New Roman" panose="02020603050405020304" pitchFamily="18" charset="0"/>
            </a:endParaRPr>
          </a:p>
        </p:txBody>
      </p:sp>
      <p:sp>
        <p:nvSpPr>
          <p:cNvPr id="24580" name="Rectangle 4">
            <a:extLst>
              <a:ext uri="{FF2B5EF4-FFF2-40B4-BE49-F238E27FC236}">
                <a16:creationId xmlns:a16="http://schemas.microsoft.com/office/drawing/2014/main" id="{D3468116-5B87-ED87-70E4-93629FE4C93A}"/>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6E19C0DC-D65E-F51A-58CB-481172E01626}"/>
              </a:ext>
            </a:extLst>
          </p:cNvPr>
          <p:cNvSpPr>
            <a:spLocks noGrp="1" noChangeArrowheads="1"/>
          </p:cNvSpPr>
          <p:nvPr>
            <p:ph idx="1"/>
          </p:nvPr>
        </p:nvSpPr>
        <p:spPr>
          <a:xfrm>
            <a:off x="304800" y="609600"/>
            <a:ext cx="8382000" cy="4876800"/>
          </a:xfrm>
        </p:spPr>
        <p:txBody>
          <a:bodyPr/>
          <a:lstStyle/>
          <a:p>
            <a:pPr eaLnBrk="1" hangingPunct="1">
              <a:buFontTx/>
              <a:buNone/>
            </a:pPr>
            <a:r>
              <a:rPr lang="en-US" altLang="en-US" sz="1400"/>
              <a:t>class  Consumer   implements   Runnable </a:t>
            </a:r>
          </a:p>
          <a:p>
            <a:pPr eaLnBrk="1" hangingPunct="1">
              <a:buFontTx/>
              <a:buNone/>
            </a:pPr>
            <a:r>
              <a:rPr lang="en-US" altLang="en-US" sz="1400"/>
              <a:t>{</a:t>
            </a:r>
          </a:p>
          <a:p>
            <a:pPr eaLnBrk="1" hangingPunct="1">
              <a:buFontTx/>
              <a:buNone/>
            </a:pPr>
            <a:r>
              <a:rPr lang="en-US" altLang="en-US" sz="1400"/>
              <a:t>	Q     q;</a:t>
            </a:r>
          </a:p>
          <a:p>
            <a:pPr eaLnBrk="1" hangingPunct="1">
              <a:buFontTx/>
              <a:buNone/>
            </a:pPr>
            <a:r>
              <a:rPr lang="en-US" altLang="en-US" sz="1400"/>
              <a:t>	Consumer(Q    q) </a:t>
            </a:r>
          </a:p>
          <a:p>
            <a:pPr eaLnBrk="1" hangingPunct="1">
              <a:buFontTx/>
              <a:buNone/>
            </a:pPr>
            <a:r>
              <a:rPr lang="en-US" altLang="en-US" sz="1400"/>
              <a:t>	{</a:t>
            </a:r>
          </a:p>
          <a:p>
            <a:pPr eaLnBrk="1" hangingPunct="1">
              <a:buFontTx/>
              <a:buNone/>
            </a:pPr>
            <a:r>
              <a:rPr lang="en-US" altLang="en-US" sz="1400"/>
              <a:t>		this.q = q;</a:t>
            </a:r>
          </a:p>
          <a:p>
            <a:pPr eaLnBrk="1" hangingPunct="1">
              <a:buFontTx/>
              <a:buNone/>
            </a:pPr>
            <a:r>
              <a:rPr lang="en-US" altLang="en-US" sz="1400"/>
              <a:t>		new   Thread(this, "Consumer").start();</a:t>
            </a:r>
          </a:p>
          <a:p>
            <a:pPr eaLnBrk="1" hangingPunct="1">
              <a:buFontTx/>
              <a:buNone/>
            </a:pPr>
            <a:r>
              <a:rPr lang="en-US" altLang="en-US" sz="1400"/>
              <a:t>	}</a:t>
            </a:r>
          </a:p>
          <a:p>
            <a:pPr eaLnBrk="1" hangingPunct="1">
              <a:buFontTx/>
              <a:buNone/>
            </a:pPr>
            <a:r>
              <a:rPr lang="en-US" altLang="en-US" sz="1400"/>
              <a:t>	public   void   run() </a:t>
            </a:r>
          </a:p>
          <a:p>
            <a:pPr eaLnBrk="1" hangingPunct="1">
              <a:buFontTx/>
              <a:buNone/>
            </a:pPr>
            <a:r>
              <a:rPr lang="en-US" altLang="en-US" sz="1400"/>
              <a:t>	{</a:t>
            </a:r>
          </a:p>
          <a:p>
            <a:pPr eaLnBrk="1" hangingPunct="1">
              <a:buFontTx/>
              <a:buNone/>
            </a:pPr>
            <a:r>
              <a:rPr lang="en-US" altLang="en-US" sz="1400"/>
              <a:t>		while(true) </a:t>
            </a:r>
          </a:p>
          <a:p>
            <a:pPr eaLnBrk="1" hangingPunct="1">
              <a:buFontTx/>
              <a:buNone/>
            </a:pPr>
            <a:r>
              <a:rPr lang="en-US" altLang="en-US" sz="1400"/>
              <a:t>		{</a:t>
            </a:r>
          </a:p>
          <a:p>
            <a:pPr eaLnBrk="1" hangingPunct="1">
              <a:buFontTx/>
              <a:buNone/>
            </a:pPr>
            <a:r>
              <a:rPr lang="en-US" altLang="en-US" sz="1400"/>
              <a:t>			q.get();</a:t>
            </a:r>
          </a:p>
          <a:p>
            <a:pPr eaLnBrk="1" hangingPunct="1">
              <a:buFontTx/>
              <a:buNone/>
            </a:pPr>
            <a:r>
              <a:rPr lang="en-US" altLang="en-US" sz="1400"/>
              <a:t>		}		</a:t>
            </a:r>
          </a:p>
          <a:p>
            <a:pPr eaLnBrk="1" hangingPunct="1">
              <a:buFontTx/>
              <a:buNone/>
            </a:pPr>
            <a:r>
              <a:rPr lang="en-US" altLang="en-US" sz="1400"/>
              <a:t>	}</a:t>
            </a:r>
          </a:p>
          <a:p>
            <a:pPr eaLnBrk="1" hangingPunct="1">
              <a:buFontTx/>
              <a:buNone/>
            </a:pPr>
            <a:r>
              <a:rPr lang="en-US" altLang="en-US" sz="1400"/>
              <a:t>}</a:t>
            </a:r>
          </a:p>
          <a:p>
            <a:pPr eaLnBrk="1" hangingPunct="1"/>
            <a:endParaRPr lang="en-US" altLang="en-US" sz="1800"/>
          </a:p>
          <a:p>
            <a:pPr eaLnBrk="1" hangingPunct="1">
              <a:buFontTx/>
              <a:buNone/>
            </a:pPr>
            <a:endParaRPr lang="en-US" altLang="en-US" sz="1800"/>
          </a:p>
        </p:txBody>
      </p:sp>
      <p:sp>
        <p:nvSpPr>
          <p:cNvPr id="25603" name="Slide Number Placeholder 4">
            <a:extLst>
              <a:ext uri="{FF2B5EF4-FFF2-40B4-BE49-F238E27FC236}">
                <a16:creationId xmlns:a16="http://schemas.microsoft.com/office/drawing/2014/main" id="{AF0214D5-27C0-9474-642E-6AD41E9CB807}"/>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4CFBFCB7-4047-4BFA-84BC-3F829E561085}" type="slidenum">
              <a:rPr lang="en-US" altLang="en-US" sz="2400">
                <a:latin typeface="Times New Roman" panose="02020603050405020304" pitchFamily="18" charset="0"/>
              </a:rPr>
              <a:pPr eaLnBrk="1" hangingPunct="1">
                <a:spcBef>
                  <a:spcPct val="0"/>
                </a:spcBef>
                <a:buClrTx/>
                <a:buFontTx/>
                <a:buNone/>
              </a:pPr>
              <a:t>20</a:t>
            </a:fld>
            <a:endParaRPr lang="en-US" altLang="en-US" sz="2400">
              <a:latin typeface="Times New Roman" panose="02020603050405020304" pitchFamily="18" charset="0"/>
            </a:endParaRPr>
          </a:p>
        </p:txBody>
      </p:sp>
      <p:sp>
        <p:nvSpPr>
          <p:cNvPr id="25604" name="Rectangle 4">
            <a:extLst>
              <a:ext uri="{FF2B5EF4-FFF2-40B4-BE49-F238E27FC236}">
                <a16:creationId xmlns:a16="http://schemas.microsoft.com/office/drawing/2014/main" id="{907F38A8-1A5E-4402-D536-EBE361206ADD}"/>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a:extLst>
              <a:ext uri="{FF2B5EF4-FFF2-40B4-BE49-F238E27FC236}">
                <a16:creationId xmlns:a16="http://schemas.microsoft.com/office/drawing/2014/main" id="{55AACF81-9216-E382-BBA0-5C9CB6675A84}"/>
              </a:ext>
            </a:extLst>
          </p:cNvPr>
          <p:cNvSpPr>
            <a:spLocks noGrp="1" noChangeArrowheads="1"/>
          </p:cNvSpPr>
          <p:nvPr>
            <p:ph idx="1"/>
          </p:nvPr>
        </p:nvSpPr>
        <p:spPr>
          <a:xfrm>
            <a:off x="228600" y="609600"/>
            <a:ext cx="8382000" cy="3276600"/>
          </a:xfrm>
        </p:spPr>
        <p:txBody>
          <a:bodyPr/>
          <a:lstStyle/>
          <a:p>
            <a:pPr eaLnBrk="1" hangingPunct="1">
              <a:buFontTx/>
              <a:buNone/>
            </a:pPr>
            <a:r>
              <a:rPr lang="en-US" altLang="en-US" sz="1400"/>
              <a:t>class  PC </a:t>
            </a:r>
          </a:p>
          <a:p>
            <a:pPr eaLnBrk="1" hangingPunct="1">
              <a:buFontTx/>
              <a:buNone/>
            </a:pPr>
            <a:r>
              <a:rPr lang="en-US" altLang="en-US" sz="1400"/>
              <a:t>{</a:t>
            </a:r>
          </a:p>
          <a:p>
            <a:pPr eaLnBrk="1" hangingPunct="1">
              <a:buFontTx/>
              <a:buNone/>
            </a:pPr>
            <a:r>
              <a:rPr lang="en-US" altLang="en-US" sz="1400"/>
              <a:t>	public  static  void  main(String   args[]) </a:t>
            </a:r>
          </a:p>
          <a:p>
            <a:pPr eaLnBrk="1" hangingPunct="1">
              <a:buFontTx/>
              <a:buNone/>
            </a:pPr>
            <a:r>
              <a:rPr lang="en-US" altLang="en-US" sz="1400"/>
              <a:t>	{</a:t>
            </a:r>
          </a:p>
          <a:p>
            <a:pPr eaLnBrk="1" hangingPunct="1">
              <a:buFontTx/>
              <a:buNone/>
            </a:pPr>
            <a:r>
              <a:rPr lang="en-US" altLang="en-US" sz="1400"/>
              <a:t>		Q    q = new  Q();</a:t>
            </a:r>
          </a:p>
          <a:p>
            <a:pPr eaLnBrk="1" hangingPunct="1">
              <a:buFontTx/>
              <a:buNone/>
            </a:pPr>
            <a:r>
              <a:rPr lang="en-US" altLang="en-US" sz="1400"/>
              <a:t>		new   Producer(q);</a:t>
            </a:r>
          </a:p>
          <a:p>
            <a:pPr eaLnBrk="1" hangingPunct="1">
              <a:buFontTx/>
              <a:buNone/>
            </a:pPr>
            <a:r>
              <a:rPr lang="en-US" altLang="en-US" sz="1400"/>
              <a:t>		new   Consumer(q);</a:t>
            </a:r>
          </a:p>
          <a:p>
            <a:pPr eaLnBrk="1" hangingPunct="1">
              <a:buFontTx/>
              <a:buNone/>
            </a:pPr>
            <a:r>
              <a:rPr lang="en-US" altLang="en-US" sz="1400"/>
              <a:t>		System.out.println("Press Control-C to stop.");</a:t>
            </a:r>
          </a:p>
          <a:p>
            <a:pPr eaLnBrk="1" hangingPunct="1">
              <a:buFontTx/>
              <a:buNone/>
            </a:pPr>
            <a:r>
              <a:rPr lang="en-US" altLang="en-US" sz="1400"/>
              <a:t>	}</a:t>
            </a:r>
          </a:p>
          <a:p>
            <a:pPr eaLnBrk="1" hangingPunct="1">
              <a:buFontTx/>
              <a:buNone/>
            </a:pPr>
            <a:r>
              <a:rPr lang="en-US" altLang="en-US" sz="1400"/>
              <a:t>}</a:t>
            </a:r>
          </a:p>
        </p:txBody>
      </p:sp>
      <p:sp>
        <p:nvSpPr>
          <p:cNvPr id="26627" name="Slide Number Placeholder 4">
            <a:extLst>
              <a:ext uri="{FF2B5EF4-FFF2-40B4-BE49-F238E27FC236}">
                <a16:creationId xmlns:a16="http://schemas.microsoft.com/office/drawing/2014/main" id="{7ACE1AA4-DC30-7A51-E048-C213A58F8BBC}"/>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CD8A1E69-39F7-4273-9B6E-7F882A23D24D}" type="slidenum">
              <a:rPr lang="en-US" altLang="en-US" sz="2400">
                <a:latin typeface="Times New Roman" panose="02020603050405020304" pitchFamily="18" charset="0"/>
              </a:rPr>
              <a:pPr eaLnBrk="1" hangingPunct="1">
                <a:spcBef>
                  <a:spcPct val="0"/>
                </a:spcBef>
                <a:buClrTx/>
                <a:buFontTx/>
                <a:buNone/>
              </a:pPr>
              <a:t>21</a:t>
            </a:fld>
            <a:endParaRPr lang="en-US" altLang="en-US" sz="2400">
              <a:latin typeface="Times New Roman" panose="02020603050405020304" pitchFamily="18" charset="0"/>
            </a:endParaRPr>
          </a:p>
        </p:txBody>
      </p:sp>
      <p:sp>
        <p:nvSpPr>
          <p:cNvPr id="26628" name="Rectangle 4">
            <a:extLst>
              <a:ext uri="{FF2B5EF4-FFF2-40B4-BE49-F238E27FC236}">
                <a16:creationId xmlns:a16="http://schemas.microsoft.com/office/drawing/2014/main" id="{6FC70A13-4336-11FD-157B-36C839F44BFC}"/>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C473DE6-5A35-3BDD-66CD-730D160A20F7}"/>
              </a:ext>
            </a:extLst>
          </p:cNvPr>
          <p:cNvSpPr>
            <a:spLocks noGrp="1" noChangeArrowheads="1"/>
          </p:cNvSpPr>
          <p:nvPr>
            <p:ph type="title"/>
          </p:nvPr>
        </p:nvSpPr>
        <p:spPr>
          <a:xfrm>
            <a:off x="152400" y="533400"/>
            <a:ext cx="8991600" cy="381000"/>
          </a:xfrm>
        </p:spPr>
        <p:txBody>
          <a:bodyPr/>
          <a:lstStyle/>
          <a:p>
            <a:pPr eaLnBrk="1" hangingPunct="1"/>
            <a:r>
              <a:rPr lang="en-US" altLang="en-US" sz="2000"/>
              <a:t>Output</a:t>
            </a:r>
          </a:p>
        </p:txBody>
      </p:sp>
      <p:sp>
        <p:nvSpPr>
          <p:cNvPr id="27651" name="Content Placeholder 2">
            <a:extLst>
              <a:ext uri="{FF2B5EF4-FFF2-40B4-BE49-F238E27FC236}">
                <a16:creationId xmlns:a16="http://schemas.microsoft.com/office/drawing/2014/main" id="{F33C1962-0DFC-01BC-208A-8BF88F2A3610}"/>
              </a:ext>
            </a:extLst>
          </p:cNvPr>
          <p:cNvSpPr>
            <a:spLocks noGrp="1" noChangeArrowheads="1"/>
          </p:cNvSpPr>
          <p:nvPr>
            <p:ph idx="1"/>
          </p:nvPr>
        </p:nvSpPr>
        <p:spPr>
          <a:xfrm>
            <a:off x="228600" y="1066800"/>
            <a:ext cx="8305800" cy="4903788"/>
          </a:xfrm>
        </p:spPr>
        <p:txBody>
          <a:bodyPr/>
          <a:lstStyle/>
          <a:p>
            <a:pPr eaLnBrk="1" hangingPunct="1">
              <a:buFontTx/>
              <a:buNone/>
            </a:pPr>
            <a:r>
              <a:rPr lang="en-US" altLang="en-US" sz="1800"/>
              <a:t>      </a:t>
            </a:r>
          </a:p>
          <a:p>
            <a:pPr eaLnBrk="1" hangingPunct="1">
              <a:buFontTx/>
              <a:buNone/>
            </a:pPr>
            <a:r>
              <a:rPr lang="en-US" altLang="en-US" sz="1600"/>
              <a:t>   Put:  1</a:t>
            </a:r>
          </a:p>
          <a:p>
            <a:pPr eaLnBrk="1" hangingPunct="1">
              <a:buFontTx/>
              <a:buNone/>
            </a:pPr>
            <a:r>
              <a:rPr lang="en-US" altLang="en-US" sz="1600"/>
              <a:t>	Got:  1</a:t>
            </a:r>
          </a:p>
          <a:p>
            <a:pPr eaLnBrk="1" hangingPunct="1">
              <a:buFontTx/>
              <a:buNone/>
            </a:pPr>
            <a:r>
              <a:rPr lang="en-US" altLang="en-US" sz="1600"/>
              <a:t>	Got:  1</a:t>
            </a:r>
          </a:p>
          <a:p>
            <a:pPr eaLnBrk="1" hangingPunct="1">
              <a:buFontTx/>
              <a:buNone/>
            </a:pPr>
            <a:r>
              <a:rPr lang="en-US" altLang="en-US" sz="1600"/>
              <a:t>	Got:  1</a:t>
            </a:r>
          </a:p>
          <a:p>
            <a:pPr eaLnBrk="1" hangingPunct="1">
              <a:buFontTx/>
              <a:buNone/>
            </a:pPr>
            <a:r>
              <a:rPr lang="en-US" altLang="en-US" sz="1600"/>
              <a:t>	Got:  1</a:t>
            </a:r>
          </a:p>
          <a:p>
            <a:pPr eaLnBrk="1" hangingPunct="1">
              <a:buFontTx/>
              <a:buNone/>
            </a:pPr>
            <a:r>
              <a:rPr lang="en-US" altLang="en-US" sz="1600"/>
              <a:t>	Got:  1</a:t>
            </a:r>
          </a:p>
          <a:p>
            <a:pPr eaLnBrk="1" hangingPunct="1">
              <a:buFontTx/>
              <a:buNone/>
            </a:pPr>
            <a:r>
              <a:rPr lang="en-US" altLang="en-US" sz="1600"/>
              <a:t>	Put:  2</a:t>
            </a:r>
          </a:p>
          <a:p>
            <a:pPr eaLnBrk="1" hangingPunct="1">
              <a:buFontTx/>
              <a:buNone/>
            </a:pPr>
            <a:r>
              <a:rPr lang="en-US" altLang="en-US" sz="1600"/>
              <a:t>	Put:  3</a:t>
            </a:r>
          </a:p>
          <a:p>
            <a:pPr eaLnBrk="1" hangingPunct="1">
              <a:buFontTx/>
              <a:buNone/>
            </a:pPr>
            <a:r>
              <a:rPr lang="en-US" altLang="en-US" sz="1600"/>
              <a:t>	Put:  4</a:t>
            </a:r>
          </a:p>
          <a:p>
            <a:pPr eaLnBrk="1" hangingPunct="1">
              <a:buFontTx/>
              <a:buNone/>
            </a:pPr>
            <a:r>
              <a:rPr lang="en-US" altLang="en-US" sz="1600"/>
              <a:t>	Put:  5</a:t>
            </a:r>
          </a:p>
          <a:p>
            <a:pPr eaLnBrk="1" hangingPunct="1">
              <a:buFontTx/>
              <a:buNone/>
            </a:pPr>
            <a:r>
              <a:rPr lang="en-US" altLang="en-US" sz="1600"/>
              <a:t>	Put:  6</a:t>
            </a:r>
          </a:p>
          <a:p>
            <a:pPr eaLnBrk="1" hangingPunct="1">
              <a:buFontTx/>
              <a:buNone/>
            </a:pPr>
            <a:r>
              <a:rPr lang="en-US" altLang="en-US" sz="1600"/>
              <a:t>	Put:  7</a:t>
            </a:r>
          </a:p>
          <a:p>
            <a:pPr eaLnBrk="1" hangingPunct="1">
              <a:buFontTx/>
              <a:buNone/>
            </a:pPr>
            <a:r>
              <a:rPr lang="en-US" altLang="en-US" sz="1600"/>
              <a:t>    Got: 7</a:t>
            </a:r>
          </a:p>
        </p:txBody>
      </p:sp>
      <p:sp>
        <p:nvSpPr>
          <p:cNvPr id="27652" name="Slide Number Placeholder 4">
            <a:extLst>
              <a:ext uri="{FF2B5EF4-FFF2-40B4-BE49-F238E27FC236}">
                <a16:creationId xmlns:a16="http://schemas.microsoft.com/office/drawing/2014/main" id="{F78CD5F7-D0EA-B38F-A45B-5DFAC3661578}"/>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CBEB9E2C-08C8-4FA2-B173-0576CBDB5EAD}" type="slidenum">
              <a:rPr lang="en-US" altLang="en-US" sz="2400">
                <a:latin typeface="Times New Roman" panose="02020603050405020304" pitchFamily="18" charset="0"/>
              </a:rPr>
              <a:pPr eaLnBrk="1" hangingPunct="1">
                <a:spcBef>
                  <a:spcPct val="0"/>
                </a:spcBef>
                <a:buClrTx/>
                <a:buFontTx/>
                <a:buNone/>
              </a:pPr>
              <a:t>22</a:t>
            </a:fld>
            <a:endParaRPr lang="en-US" altLang="en-US" sz="2400">
              <a:latin typeface="Times New Roman" panose="02020603050405020304" pitchFamily="18" charset="0"/>
            </a:endParaRPr>
          </a:p>
        </p:txBody>
      </p:sp>
      <p:sp>
        <p:nvSpPr>
          <p:cNvPr id="27653" name="Rectangle 4">
            <a:extLst>
              <a:ext uri="{FF2B5EF4-FFF2-40B4-BE49-F238E27FC236}">
                <a16:creationId xmlns:a16="http://schemas.microsoft.com/office/drawing/2014/main" id="{7C8CCFD5-EC61-6C96-04EE-1AF00BCD417D}"/>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05D3AB4-7D41-3329-B69D-14CFA571FF27}"/>
              </a:ext>
            </a:extLst>
          </p:cNvPr>
          <p:cNvSpPr>
            <a:spLocks noGrp="1" noChangeArrowheads="1"/>
          </p:cNvSpPr>
          <p:nvPr>
            <p:ph type="title"/>
          </p:nvPr>
        </p:nvSpPr>
        <p:spPr>
          <a:xfrm>
            <a:off x="152400" y="533400"/>
            <a:ext cx="8991600" cy="304800"/>
          </a:xfrm>
        </p:spPr>
        <p:txBody>
          <a:bodyPr/>
          <a:lstStyle/>
          <a:p>
            <a:pPr eaLnBrk="1" hangingPunct="1"/>
            <a:r>
              <a:rPr lang="en-US" altLang="en-US" sz="2000"/>
              <a:t>Correct implementation using wait() and notify()</a:t>
            </a:r>
          </a:p>
        </p:txBody>
      </p:sp>
      <p:sp>
        <p:nvSpPr>
          <p:cNvPr id="28675" name="Content Placeholder 2">
            <a:extLst>
              <a:ext uri="{FF2B5EF4-FFF2-40B4-BE49-F238E27FC236}">
                <a16:creationId xmlns:a16="http://schemas.microsoft.com/office/drawing/2014/main" id="{432BAB63-B76A-75B6-90CE-0DEB58C991FB}"/>
              </a:ext>
            </a:extLst>
          </p:cNvPr>
          <p:cNvSpPr>
            <a:spLocks noGrp="1" noChangeArrowheads="1"/>
          </p:cNvSpPr>
          <p:nvPr>
            <p:ph idx="1"/>
          </p:nvPr>
        </p:nvSpPr>
        <p:spPr>
          <a:xfrm>
            <a:off x="152400" y="990600"/>
            <a:ext cx="4495800" cy="5181600"/>
          </a:xfrm>
        </p:spPr>
        <p:txBody>
          <a:bodyPr/>
          <a:lstStyle/>
          <a:p>
            <a:pPr eaLnBrk="1" hangingPunct="1">
              <a:buFontTx/>
              <a:buNone/>
            </a:pPr>
            <a:r>
              <a:rPr lang="en-US" altLang="en-US" sz="1400"/>
              <a:t>// A correct implementation .</a:t>
            </a:r>
          </a:p>
          <a:p>
            <a:pPr eaLnBrk="1" hangingPunct="1">
              <a:buFontTx/>
              <a:buNone/>
            </a:pPr>
            <a:r>
              <a:rPr lang="en-US" altLang="en-US" sz="1400"/>
              <a:t>class  Q</a:t>
            </a:r>
          </a:p>
          <a:p>
            <a:pPr eaLnBrk="1" hangingPunct="1">
              <a:buFontTx/>
              <a:buNone/>
            </a:pPr>
            <a:r>
              <a:rPr lang="en-US" altLang="en-US" sz="1400"/>
              <a:t> {     int  n;</a:t>
            </a:r>
          </a:p>
          <a:p>
            <a:pPr eaLnBrk="1" hangingPunct="1">
              <a:buFontTx/>
              <a:buNone/>
            </a:pPr>
            <a:r>
              <a:rPr lang="en-US" altLang="en-US" sz="1400"/>
              <a:t>	    </a:t>
            </a:r>
            <a:r>
              <a:rPr lang="en-US" altLang="en-US" sz="1400">
                <a:solidFill>
                  <a:srgbClr val="FF0000"/>
                </a:solidFill>
              </a:rPr>
              <a:t>boolean   valueSet = false;</a:t>
            </a:r>
          </a:p>
          <a:p>
            <a:pPr eaLnBrk="1" hangingPunct="1">
              <a:buFontTx/>
              <a:buNone/>
            </a:pPr>
            <a:r>
              <a:rPr lang="en-US" altLang="en-US" sz="1400"/>
              <a:t>	    synchronized  int  get() </a:t>
            </a:r>
          </a:p>
          <a:p>
            <a:pPr eaLnBrk="1" hangingPunct="1">
              <a:buFontTx/>
              <a:buNone/>
            </a:pPr>
            <a:r>
              <a:rPr lang="en-US" altLang="en-US" sz="1400"/>
              <a:t>	    {	</a:t>
            </a:r>
            <a:r>
              <a:rPr lang="en-US" altLang="en-US" sz="1400">
                <a:solidFill>
                  <a:schemeClr val="bg2"/>
                </a:solidFill>
              </a:rPr>
              <a:t>if(!valueSet)</a:t>
            </a:r>
          </a:p>
          <a:p>
            <a:pPr eaLnBrk="1" hangingPunct="1">
              <a:buFontTx/>
              <a:buNone/>
            </a:pPr>
            <a:r>
              <a:rPr lang="en-US" altLang="en-US" sz="1400">
                <a:solidFill>
                  <a:schemeClr val="bg2"/>
                </a:solidFill>
              </a:rPr>
              <a:t>		    try</a:t>
            </a:r>
          </a:p>
          <a:p>
            <a:pPr eaLnBrk="1" hangingPunct="1">
              <a:buFontTx/>
              <a:buNone/>
            </a:pPr>
            <a:r>
              <a:rPr lang="en-US" altLang="en-US" sz="1400">
                <a:solidFill>
                  <a:schemeClr val="bg2"/>
                </a:solidFill>
              </a:rPr>
              <a:t>		    {     wait();     }</a:t>
            </a:r>
          </a:p>
          <a:p>
            <a:pPr eaLnBrk="1" hangingPunct="1">
              <a:buFontTx/>
              <a:buNone/>
            </a:pPr>
            <a:r>
              <a:rPr lang="en-US" altLang="en-US" sz="1400">
                <a:solidFill>
                  <a:schemeClr val="bg2"/>
                </a:solidFill>
              </a:rPr>
              <a:t>		   catch(InterruptedException   e) </a:t>
            </a:r>
          </a:p>
          <a:p>
            <a:pPr eaLnBrk="1" hangingPunct="1">
              <a:buFontTx/>
              <a:buNone/>
            </a:pPr>
            <a:r>
              <a:rPr lang="en-US" altLang="en-US" sz="1400">
                <a:solidFill>
                  <a:schemeClr val="bg2"/>
                </a:solidFill>
              </a:rPr>
              <a:t>		   {      System.out.println("Exception ");     </a:t>
            </a:r>
            <a:r>
              <a:rPr lang="en-US" altLang="en-US" sz="1400"/>
              <a:t>}   </a:t>
            </a:r>
          </a:p>
          <a:p>
            <a:pPr eaLnBrk="1" hangingPunct="1">
              <a:buFontTx/>
              <a:buNone/>
            </a:pPr>
            <a:r>
              <a:rPr lang="en-US" altLang="en-US" sz="1400"/>
              <a:t>		</a:t>
            </a:r>
          </a:p>
          <a:p>
            <a:pPr eaLnBrk="1" hangingPunct="1">
              <a:buFontTx/>
              <a:buNone/>
            </a:pPr>
            <a:r>
              <a:rPr lang="en-US" altLang="en-US" sz="1400"/>
              <a:t>                  System.out.println("Got: " + n);</a:t>
            </a:r>
          </a:p>
          <a:p>
            <a:pPr eaLnBrk="1" hangingPunct="1">
              <a:buFontTx/>
              <a:buNone/>
            </a:pPr>
            <a:r>
              <a:rPr lang="en-US" altLang="en-US" sz="1400"/>
              <a:t>		valueSet = false;</a:t>
            </a:r>
          </a:p>
          <a:p>
            <a:pPr eaLnBrk="1" hangingPunct="1">
              <a:buFontTx/>
              <a:buNone/>
            </a:pPr>
            <a:r>
              <a:rPr lang="en-US" altLang="en-US" sz="1400"/>
              <a:t>		notify();</a:t>
            </a:r>
          </a:p>
          <a:p>
            <a:pPr eaLnBrk="1" hangingPunct="1">
              <a:buFontTx/>
              <a:buNone/>
            </a:pPr>
            <a:r>
              <a:rPr lang="en-US" altLang="en-US" sz="1400"/>
              <a:t>		return  n;</a:t>
            </a:r>
          </a:p>
          <a:p>
            <a:pPr eaLnBrk="1" hangingPunct="1">
              <a:buFontTx/>
              <a:buNone/>
            </a:pPr>
            <a:r>
              <a:rPr lang="en-US" altLang="en-US" sz="1400"/>
              <a:t>	   }</a:t>
            </a:r>
          </a:p>
          <a:p>
            <a:pPr eaLnBrk="1" hangingPunct="1">
              <a:buFontTx/>
              <a:buNone/>
            </a:pPr>
            <a:endParaRPr lang="en-US" altLang="en-US" sz="1600"/>
          </a:p>
        </p:txBody>
      </p:sp>
      <p:sp>
        <p:nvSpPr>
          <p:cNvPr id="28676" name="Slide Number Placeholder 4">
            <a:extLst>
              <a:ext uri="{FF2B5EF4-FFF2-40B4-BE49-F238E27FC236}">
                <a16:creationId xmlns:a16="http://schemas.microsoft.com/office/drawing/2014/main" id="{90ECF695-7A45-785E-E2CB-46C74D9C64D2}"/>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D57B6FC6-DF98-4254-89DB-5293E27F8937}" type="slidenum">
              <a:rPr lang="en-US" altLang="en-US" sz="2400">
                <a:latin typeface="Times New Roman" panose="02020603050405020304" pitchFamily="18" charset="0"/>
              </a:rPr>
              <a:pPr eaLnBrk="1" hangingPunct="1">
                <a:spcBef>
                  <a:spcPct val="0"/>
                </a:spcBef>
                <a:buClrTx/>
                <a:buFontTx/>
                <a:buNone/>
              </a:pPr>
              <a:t>23</a:t>
            </a:fld>
            <a:endParaRPr lang="en-US" altLang="en-US" sz="2400">
              <a:latin typeface="Times New Roman" panose="02020603050405020304" pitchFamily="18" charset="0"/>
            </a:endParaRPr>
          </a:p>
        </p:txBody>
      </p:sp>
      <p:sp>
        <p:nvSpPr>
          <p:cNvPr id="28677" name="Rectangle 4">
            <a:extLst>
              <a:ext uri="{FF2B5EF4-FFF2-40B4-BE49-F238E27FC236}">
                <a16:creationId xmlns:a16="http://schemas.microsoft.com/office/drawing/2014/main" id="{D6A21016-707D-FB12-E682-08FC940A5488}"/>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
        <p:nvSpPr>
          <p:cNvPr id="6" name="Content Placeholder 2">
            <a:extLst>
              <a:ext uri="{FF2B5EF4-FFF2-40B4-BE49-F238E27FC236}">
                <a16:creationId xmlns:a16="http://schemas.microsoft.com/office/drawing/2014/main" id="{12AE5109-BCE1-2A0B-A26C-4ED1866573BC}"/>
              </a:ext>
            </a:extLst>
          </p:cNvPr>
          <p:cNvSpPr txBox="1">
            <a:spLocks/>
          </p:cNvSpPr>
          <p:nvPr/>
        </p:nvSpPr>
        <p:spPr bwMode="auto">
          <a:xfrm>
            <a:off x="4886325" y="2084388"/>
            <a:ext cx="3962400" cy="3886200"/>
          </a:xfrm>
          <a:prstGeom prst="rect">
            <a:avLst/>
          </a:prstGeom>
          <a:noFill/>
          <a:ln>
            <a:noFill/>
          </a:ln>
        </p:spPr>
        <p:txBody>
          <a:bodyPr lIns="0" rIns="0"/>
          <a:lst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mn-lt"/>
                <a:ea typeface="+mn-ea"/>
                <a:cs typeface="+mn-cs"/>
              </a:defRPr>
            </a:lvl1pPr>
            <a:lvl2pPr marL="381000" indent="-188913" algn="l" rtl="0" eaLnBrk="0" fontAlgn="base" hangingPunct="0">
              <a:spcBef>
                <a:spcPct val="40000"/>
              </a:spcBef>
              <a:spcAft>
                <a:spcPct val="0"/>
              </a:spcAft>
              <a:buClr>
                <a:schemeClr val="accent1"/>
              </a:buClr>
              <a:buChar char="-"/>
              <a:defRPr sz="2800">
                <a:solidFill>
                  <a:schemeClr val="tx1"/>
                </a:solidFill>
                <a:latin typeface="+mn-lt"/>
              </a:defRPr>
            </a:lvl2pPr>
            <a:lvl3pPr marL="561975" indent="-179388" algn="l" rtl="0" eaLnBrk="0" fontAlgn="base" hangingPunct="0">
              <a:spcBef>
                <a:spcPct val="40000"/>
              </a:spcBef>
              <a:spcAft>
                <a:spcPct val="0"/>
              </a:spcAft>
              <a:buClr>
                <a:schemeClr val="accent1"/>
              </a:buClr>
              <a:buChar char="-"/>
              <a:defRPr sz="2400">
                <a:solidFill>
                  <a:schemeClr val="tx1"/>
                </a:solidFill>
                <a:latin typeface="+mn-lt"/>
              </a:defRPr>
            </a:lvl3pPr>
            <a:lvl4pPr marL="752475" indent="-188913" algn="l" rtl="0" eaLnBrk="0" fontAlgn="base" hangingPunct="0">
              <a:spcBef>
                <a:spcPct val="40000"/>
              </a:spcBef>
              <a:spcAft>
                <a:spcPct val="0"/>
              </a:spcAft>
              <a:buClr>
                <a:schemeClr val="accent1"/>
              </a:buClr>
              <a:buChar char="-"/>
              <a:defRPr sz="2000">
                <a:solidFill>
                  <a:schemeClr val="tx1"/>
                </a:solidFill>
                <a:latin typeface="+mn-lt"/>
              </a:defRPr>
            </a:lvl4pPr>
            <a:lvl5pPr marL="962025" indent="-207963" algn="l" rtl="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mn-lt"/>
              </a:defRPr>
            </a:lvl5pPr>
            <a:lvl6pPr marL="14192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eaLnBrk="1" fontAlgn="base" hangingPunct="1">
              <a:spcBef>
                <a:spcPct val="40000"/>
              </a:spcBef>
              <a:spcAft>
                <a:spcPct val="0"/>
              </a:spcAft>
              <a:buClr>
                <a:schemeClr val="accent1"/>
              </a:buClr>
              <a:buFont typeface="Wingdings" pitchFamily="2" charset="2"/>
              <a:buChar char="§"/>
              <a:defRPr>
                <a:solidFill>
                  <a:schemeClr val="tx1"/>
                </a:solidFill>
                <a:latin typeface="+mn-lt"/>
              </a:defRPr>
            </a:lvl9pPr>
          </a:lstStyle>
          <a:p>
            <a:pPr eaLnBrk="1" hangingPunct="1">
              <a:buFontTx/>
              <a:buNone/>
              <a:defRPr/>
            </a:pPr>
            <a:r>
              <a:rPr lang="en-US" sz="1600" kern="0"/>
              <a:t>    </a:t>
            </a:r>
            <a:r>
              <a:rPr lang="en-US" sz="1400" kern="0"/>
              <a:t>synchronized  void  put(</a:t>
            </a:r>
            <a:r>
              <a:rPr lang="en-US" sz="1400" kern="0" err="1"/>
              <a:t>int</a:t>
            </a:r>
            <a:r>
              <a:rPr lang="en-US" sz="1400" kern="0"/>
              <a:t>   n) </a:t>
            </a:r>
          </a:p>
          <a:p>
            <a:pPr eaLnBrk="1" hangingPunct="1">
              <a:buFontTx/>
              <a:buNone/>
              <a:defRPr/>
            </a:pPr>
            <a:r>
              <a:rPr lang="en-US" sz="1400" kern="0"/>
              <a:t>	{      if(</a:t>
            </a:r>
            <a:r>
              <a:rPr lang="en-US" sz="1400" kern="0" err="1"/>
              <a:t>valueSet</a:t>
            </a:r>
            <a:r>
              <a:rPr lang="en-US" sz="1400" kern="0"/>
              <a:t>)</a:t>
            </a:r>
          </a:p>
          <a:p>
            <a:pPr eaLnBrk="1" hangingPunct="1">
              <a:buFontTx/>
              <a:buNone/>
              <a:defRPr/>
            </a:pPr>
            <a:r>
              <a:rPr lang="en-US" sz="1400" kern="0"/>
              <a:t>	        try</a:t>
            </a:r>
          </a:p>
          <a:p>
            <a:pPr eaLnBrk="1" hangingPunct="1">
              <a:buFontTx/>
              <a:buNone/>
              <a:defRPr/>
            </a:pPr>
            <a:r>
              <a:rPr lang="en-US" sz="1400" kern="0"/>
              <a:t>	        {        wait();     }</a:t>
            </a:r>
          </a:p>
          <a:p>
            <a:pPr eaLnBrk="1" hangingPunct="1">
              <a:buFontTx/>
              <a:buNone/>
              <a:defRPr/>
            </a:pPr>
            <a:r>
              <a:rPr lang="en-US" sz="1400" kern="0"/>
              <a:t>             catch(</a:t>
            </a:r>
            <a:r>
              <a:rPr lang="en-US" sz="1400" kern="0" err="1"/>
              <a:t>InterruptedException</a:t>
            </a:r>
            <a:r>
              <a:rPr lang="en-US" sz="1400" kern="0"/>
              <a:t>   e) </a:t>
            </a:r>
          </a:p>
          <a:p>
            <a:pPr eaLnBrk="1" hangingPunct="1">
              <a:buFontTx/>
              <a:buNone/>
              <a:defRPr/>
            </a:pPr>
            <a:r>
              <a:rPr lang="en-US" sz="1400" kern="0"/>
              <a:t>	         {        </a:t>
            </a:r>
            <a:r>
              <a:rPr lang="en-US" sz="1400" kern="0" err="1"/>
              <a:t>System.out.println</a:t>
            </a:r>
            <a:r>
              <a:rPr lang="en-US" sz="1400" kern="0"/>
              <a:t>("Exception");    }</a:t>
            </a:r>
          </a:p>
          <a:p>
            <a:pPr eaLnBrk="1" hangingPunct="1">
              <a:buFontTx/>
              <a:buNone/>
              <a:defRPr/>
            </a:pPr>
            <a:r>
              <a:rPr lang="en-US" sz="1400" kern="0">
                <a:solidFill>
                  <a:schemeClr val="bg2"/>
                </a:solidFill>
              </a:rPr>
              <a:t>	         </a:t>
            </a:r>
          </a:p>
          <a:p>
            <a:pPr eaLnBrk="1" hangingPunct="1">
              <a:buFontTx/>
              <a:buNone/>
              <a:defRPr/>
            </a:pPr>
            <a:r>
              <a:rPr lang="en-US" sz="1400" kern="0">
                <a:solidFill>
                  <a:schemeClr val="bg2"/>
                </a:solidFill>
              </a:rPr>
              <a:t>              </a:t>
            </a:r>
            <a:r>
              <a:rPr lang="en-US" sz="1400" kern="0" err="1">
                <a:solidFill>
                  <a:schemeClr val="bg2"/>
                </a:solidFill>
              </a:rPr>
              <a:t>this.n</a:t>
            </a:r>
            <a:r>
              <a:rPr lang="en-US" sz="1400" kern="0">
                <a:solidFill>
                  <a:schemeClr val="bg2"/>
                </a:solidFill>
              </a:rPr>
              <a:t> = n;</a:t>
            </a:r>
          </a:p>
          <a:p>
            <a:pPr eaLnBrk="1" hangingPunct="1">
              <a:buFontTx/>
              <a:buNone/>
              <a:defRPr/>
            </a:pPr>
            <a:r>
              <a:rPr lang="en-US" sz="1400" kern="0">
                <a:solidFill>
                  <a:schemeClr val="bg2"/>
                </a:solidFill>
              </a:rPr>
              <a:t>	          </a:t>
            </a:r>
            <a:r>
              <a:rPr lang="en-US" sz="1400" kern="0" err="1">
                <a:solidFill>
                  <a:schemeClr val="bg2"/>
                </a:solidFill>
              </a:rPr>
              <a:t>valueSet</a:t>
            </a:r>
            <a:r>
              <a:rPr lang="en-US" sz="1400" kern="0">
                <a:solidFill>
                  <a:schemeClr val="bg2"/>
                </a:solidFill>
              </a:rPr>
              <a:t> = true;</a:t>
            </a:r>
          </a:p>
          <a:p>
            <a:pPr eaLnBrk="1" hangingPunct="1">
              <a:buFontTx/>
              <a:buNone/>
              <a:defRPr/>
            </a:pPr>
            <a:r>
              <a:rPr lang="en-US" sz="1400" kern="0">
                <a:solidFill>
                  <a:schemeClr val="bg2"/>
                </a:solidFill>
              </a:rPr>
              <a:t>	          </a:t>
            </a:r>
            <a:r>
              <a:rPr lang="en-US" sz="1400" kern="0" err="1">
                <a:solidFill>
                  <a:schemeClr val="bg2"/>
                </a:solidFill>
              </a:rPr>
              <a:t>System.out.println</a:t>
            </a:r>
            <a:r>
              <a:rPr lang="en-US" sz="1400" kern="0">
                <a:solidFill>
                  <a:schemeClr val="bg2"/>
                </a:solidFill>
              </a:rPr>
              <a:t>("Put: " + n);</a:t>
            </a:r>
          </a:p>
          <a:p>
            <a:pPr eaLnBrk="1" hangingPunct="1">
              <a:buFontTx/>
              <a:buNone/>
              <a:defRPr/>
            </a:pPr>
            <a:r>
              <a:rPr lang="en-US" sz="1400" kern="0">
                <a:solidFill>
                  <a:schemeClr val="bg2"/>
                </a:solidFill>
              </a:rPr>
              <a:t>	          notify();</a:t>
            </a:r>
          </a:p>
          <a:p>
            <a:pPr eaLnBrk="1" hangingPunct="1">
              <a:buFontTx/>
              <a:buNone/>
              <a:defRPr/>
            </a:pPr>
            <a:r>
              <a:rPr lang="en-US" sz="1400" kern="0"/>
              <a:t>	} }</a:t>
            </a:r>
            <a:endParaRPr lang="en-US" sz="1600" kern="0"/>
          </a:p>
        </p:txBody>
      </p:sp>
      <p:cxnSp>
        <p:nvCxnSpPr>
          <p:cNvPr id="28679" name="Straight Connector 2">
            <a:extLst>
              <a:ext uri="{FF2B5EF4-FFF2-40B4-BE49-F238E27FC236}">
                <a16:creationId xmlns:a16="http://schemas.microsoft.com/office/drawing/2014/main" id="{E930B7B3-D60A-849A-B83B-0B25B0C461BC}"/>
              </a:ext>
            </a:extLst>
          </p:cNvPr>
          <p:cNvCxnSpPr>
            <a:cxnSpLocks noChangeShapeType="1"/>
          </p:cNvCxnSpPr>
          <p:nvPr/>
        </p:nvCxnSpPr>
        <p:spPr bwMode="auto">
          <a:xfrm>
            <a:off x="4495800" y="990600"/>
            <a:ext cx="0" cy="4979988"/>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a:extLst>
              <a:ext uri="{FF2B5EF4-FFF2-40B4-BE49-F238E27FC236}">
                <a16:creationId xmlns:a16="http://schemas.microsoft.com/office/drawing/2014/main" id="{15878F35-16A3-C5AC-7AFF-A51F62E36EDD}"/>
              </a:ext>
            </a:extLst>
          </p:cNvPr>
          <p:cNvSpPr>
            <a:spLocks noGrp="1" noChangeArrowheads="1"/>
          </p:cNvSpPr>
          <p:nvPr>
            <p:ph idx="1"/>
          </p:nvPr>
        </p:nvSpPr>
        <p:spPr>
          <a:xfrm>
            <a:off x="228600" y="609600"/>
            <a:ext cx="8610600" cy="5181600"/>
          </a:xfrm>
        </p:spPr>
        <p:txBody>
          <a:bodyPr/>
          <a:lstStyle/>
          <a:p>
            <a:pPr eaLnBrk="1" hangingPunct="1">
              <a:buFontTx/>
              <a:buNone/>
            </a:pPr>
            <a:r>
              <a:rPr lang="en-US" altLang="en-US" sz="1400"/>
              <a:t>class  Producer  implements   Runnable </a:t>
            </a:r>
          </a:p>
          <a:p>
            <a:pPr eaLnBrk="1" hangingPunct="1">
              <a:buFontTx/>
              <a:buNone/>
            </a:pPr>
            <a:r>
              <a:rPr lang="en-US" altLang="en-US" sz="1400"/>
              <a:t>{</a:t>
            </a:r>
          </a:p>
          <a:p>
            <a:pPr eaLnBrk="1" hangingPunct="1">
              <a:buFontTx/>
              <a:buNone/>
            </a:pPr>
            <a:r>
              <a:rPr lang="en-US" altLang="en-US" sz="1400"/>
              <a:t>	Q   q;</a:t>
            </a:r>
          </a:p>
          <a:p>
            <a:pPr eaLnBrk="1" hangingPunct="1">
              <a:buFontTx/>
              <a:buNone/>
            </a:pPr>
            <a:r>
              <a:rPr lang="en-US" altLang="en-US" sz="1400"/>
              <a:t>	Producer(Q  q) </a:t>
            </a:r>
          </a:p>
          <a:p>
            <a:pPr eaLnBrk="1" hangingPunct="1">
              <a:buFontTx/>
              <a:buNone/>
            </a:pPr>
            <a:r>
              <a:rPr lang="en-US" altLang="en-US" sz="1400"/>
              <a:t>	{</a:t>
            </a:r>
          </a:p>
          <a:p>
            <a:pPr eaLnBrk="1" hangingPunct="1">
              <a:buFontTx/>
              <a:buNone/>
            </a:pPr>
            <a:r>
              <a:rPr lang="en-US" altLang="en-US" sz="1400"/>
              <a:t>		this.q = q;</a:t>
            </a:r>
          </a:p>
          <a:p>
            <a:pPr eaLnBrk="1" hangingPunct="1">
              <a:buFontTx/>
              <a:buNone/>
            </a:pPr>
            <a:r>
              <a:rPr lang="en-US" altLang="en-US" sz="1400"/>
              <a:t>		new  Thread(this, "Producer").start();</a:t>
            </a:r>
          </a:p>
          <a:p>
            <a:pPr eaLnBrk="1" hangingPunct="1">
              <a:buFontTx/>
              <a:buNone/>
            </a:pPr>
            <a:r>
              <a:rPr lang="en-US" altLang="en-US" sz="1400"/>
              <a:t>	}</a:t>
            </a:r>
          </a:p>
          <a:p>
            <a:pPr eaLnBrk="1" hangingPunct="1">
              <a:buFontTx/>
              <a:buNone/>
            </a:pPr>
            <a:r>
              <a:rPr lang="en-US" altLang="en-US" sz="1400"/>
              <a:t>	public  void  run() </a:t>
            </a:r>
          </a:p>
          <a:p>
            <a:pPr eaLnBrk="1" hangingPunct="1">
              <a:buFontTx/>
              <a:buNone/>
            </a:pPr>
            <a:r>
              <a:rPr lang="en-US" altLang="en-US" sz="1400"/>
              <a:t>	{</a:t>
            </a:r>
          </a:p>
          <a:p>
            <a:pPr eaLnBrk="1" hangingPunct="1">
              <a:buFontTx/>
              <a:buNone/>
            </a:pPr>
            <a:r>
              <a:rPr lang="en-US" altLang="en-US" sz="1400"/>
              <a:t>		int   i = 0;</a:t>
            </a:r>
          </a:p>
          <a:p>
            <a:pPr eaLnBrk="1" hangingPunct="1">
              <a:buFontTx/>
              <a:buNone/>
            </a:pPr>
            <a:r>
              <a:rPr lang="en-US" altLang="en-US" sz="1400"/>
              <a:t>		while(true)</a:t>
            </a:r>
          </a:p>
          <a:p>
            <a:pPr eaLnBrk="1" hangingPunct="1">
              <a:buFontTx/>
              <a:buNone/>
            </a:pPr>
            <a:r>
              <a:rPr lang="en-US" altLang="en-US" sz="1400"/>
              <a:t>		 {	q.put(i++);</a:t>
            </a:r>
          </a:p>
          <a:p>
            <a:pPr eaLnBrk="1" hangingPunct="1">
              <a:buFontTx/>
              <a:buNone/>
            </a:pPr>
            <a:r>
              <a:rPr lang="en-US" altLang="en-US" sz="1400"/>
              <a:t>		}</a:t>
            </a:r>
          </a:p>
          <a:p>
            <a:pPr eaLnBrk="1" hangingPunct="1">
              <a:buFontTx/>
              <a:buNone/>
            </a:pPr>
            <a:r>
              <a:rPr lang="en-US" altLang="en-US" sz="1400"/>
              <a:t>	}</a:t>
            </a:r>
          </a:p>
          <a:p>
            <a:pPr eaLnBrk="1" hangingPunct="1">
              <a:buFontTx/>
              <a:buNone/>
            </a:pPr>
            <a:r>
              <a:rPr lang="en-US" altLang="en-US" sz="1400"/>
              <a:t>}</a:t>
            </a:r>
          </a:p>
        </p:txBody>
      </p:sp>
      <p:sp>
        <p:nvSpPr>
          <p:cNvPr id="29699" name="Slide Number Placeholder 4">
            <a:extLst>
              <a:ext uri="{FF2B5EF4-FFF2-40B4-BE49-F238E27FC236}">
                <a16:creationId xmlns:a16="http://schemas.microsoft.com/office/drawing/2014/main" id="{B5A8428D-FF46-9393-37F1-B540EABA6EBE}"/>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1201A64E-FEA2-4D19-811C-1E318D257841}" type="slidenum">
              <a:rPr lang="en-US" altLang="en-US" sz="2400">
                <a:latin typeface="Times New Roman" panose="02020603050405020304" pitchFamily="18" charset="0"/>
              </a:rPr>
              <a:pPr eaLnBrk="1" hangingPunct="1">
                <a:spcBef>
                  <a:spcPct val="0"/>
                </a:spcBef>
                <a:buClrTx/>
                <a:buFontTx/>
                <a:buNone/>
              </a:pPr>
              <a:t>24</a:t>
            </a:fld>
            <a:endParaRPr lang="en-US" altLang="en-US" sz="2400">
              <a:latin typeface="Times New Roman" panose="02020603050405020304" pitchFamily="18" charset="0"/>
            </a:endParaRPr>
          </a:p>
        </p:txBody>
      </p:sp>
      <p:sp>
        <p:nvSpPr>
          <p:cNvPr id="29700" name="Rectangle 4">
            <a:extLst>
              <a:ext uri="{FF2B5EF4-FFF2-40B4-BE49-F238E27FC236}">
                <a16:creationId xmlns:a16="http://schemas.microsoft.com/office/drawing/2014/main" id="{A5DFEF34-73CC-2481-0DDC-874DD647A78E}"/>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460DC5D4-B945-DF0C-6873-01ED8BC593D9}"/>
              </a:ext>
            </a:extLst>
          </p:cNvPr>
          <p:cNvSpPr>
            <a:spLocks noGrp="1" noChangeArrowheads="1"/>
          </p:cNvSpPr>
          <p:nvPr>
            <p:ph idx="1"/>
          </p:nvPr>
        </p:nvSpPr>
        <p:spPr>
          <a:xfrm>
            <a:off x="228600" y="457200"/>
            <a:ext cx="8534400" cy="5638800"/>
          </a:xfrm>
        </p:spPr>
        <p:txBody>
          <a:bodyPr/>
          <a:lstStyle/>
          <a:p>
            <a:pPr eaLnBrk="1" hangingPunct="1">
              <a:buFontTx/>
              <a:buNone/>
            </a:pPr>
            <a:endParaRPr lang="en-US" altLang="en-US" sz="1400"/>
          </a:p>
          <a:p>
            <a:pPr eaLnBrk="1" hangingPunct="1">
              <a:buFontTx/>
              <a:buNone/>
            </a:pPr>
            <a:r>
              <a:rPr lang="en-US" altLang="en-US" sz="1400"/>
              <a:t>class  Consumer  implements  Runnable </a:t>
            </a:r>
          </a:p>
          <a:p>
            <a:pPr eaLnBrk="1" hangingPunct="1">
              <a:buFontTx/>
              <a:buNone/>
            </a:pPr>
            <a:r>
              <a:rPr lang="en-US" altLang="en-US" sz="1400"/>
              <a:t>{</a:t>
            </a:r>
          </a:p>
          <a:p>
            <a:pPr eaLnBrk="1" hangingPunct="1">
              <a:buFontTx/>
              <a:buNone/>
            </a:pPr>
            <a:r>
              <a:rPr lang="en-US" altLang="en-US" sz="1400"/>
              <a:t>	Q   q;</a:t>
            </a:r>
          </a:p>
          <a:p>
            <a:pPr eaLnBrk="1" hangingPunct="1">
              <a:buFontTx/>
              <a:buNone/>
            </a:pPr>
            <a:r>
              <a:rPr lang="en-US" altLang="en-US" sz="1400"/>
              <a:t>	Consumer(Q   q) </a:t>
            </a:r>
          </a:p>
          <a:p>
            <a:pPr eaLnBrk="1" hangingPunct="1">
              <a:buFontTx/>
              <a:buNone/>
            </a:pPr>
            <a:r>
              <a:rPr lang="en-US" altLang="en-US" sz="1400"/>
              <a:t>	{</a:t>
            </a:r>
          </a:p>
          <a:p>
            <a:pPr eaLnBrk="1" hangingPunct="1">
              <a:buFontTx/>
              <a:buNone/>
            </a:pPr>
            <a:r>
              <a:rPr lang="en-US" altLang="en-US" sz="1400"/>
              <a:t>		this.q = q;</a:t>
            </a:r>
          </a:p>
          <a:p>
            <a:pPr eaLnBrk="1" hangingPunct="1">
              <a:buFontTx/>
              <a:buNone/>
            </a:pPr>
            <a:r>
              <a:rPr lang="en-US" altLang="en-US" sz="1400"/>
              <a:t>		new  Thread(this, "Consumer").start();</a:t>
            </a:r>
          </a:p>
          <a:p>
            <a:pPr eaLnBrk="1" hangingPunct="1">
              <a:buFontTx/>
              <a:buNone/>
            </a:pPr>
            <a:r>
              <a:rPr lang="en-US" altLang="en-US" sz="1400"/>
              <a:t>	}</a:t>
            </a:r>
          </a:p>
          <a:p>
            <a:pPr eaLnBrk="1" hangingPunct="1">
              <a:buFontTx/>
              <a:buNone/>
            </a:pPr>
            <a:r>
              <a:rPr lang="en-US" altLang="en-US" sz="1400"/>
              <a:t>	public   void   run() </a:t>
            </a:r>
          </a:p>
          <a:p>
            <a:pPr eaLnBrk="1" hangingPunct="1">
              <a:buFontTx/>
              <a:buNone/>
            </a:pPr>
            <a:r>
              <a:rPr lang="en-US" altLang="en-US" sz="1400"/>
              <a:t>	{</a:t>
            </a:r>
          </a:p>
          <a:p>
            <a:pPr eaLnBrk="1" hangingPunct="1">
              <a:buFontTx/>
              <a:buNone/>
            </a:pPr>
            <a:r>
              <a:rPr lang="en-US" altLang="en-US" sz="1400"/>
              <a:t>		while(true) </a:t>
            </a:r>
          </a:p>
          <a:p>
            <a:pPr eaLnBrk="1" hangingPunct="1">
              <a:buFontTx/>
              <a:buNone/>
            </a:pPr>
            <a:r>
              <a:rPr lang="en-US" altLang="en-US" sz="1400"/>
              <a:t>		{</a:t>
            </a:r>
          </a:p>
          <a:p>
            <a:pPr eaLnBrk="1" hangingPunct="1">
              <a:buFontTx/>
              <a:buNone/>
            </a:pPr>
            <a:r>
              <a:rPr lang="en-US" altLang="en-US" sz="1400"/>
              <a:t>			q.get();</a:t>
            </a:r>
          </a:p>
          <a:p>
            <a:pPr eaLnBrk="1" hangingPunct="1">
              <a:buFontTx/>
              <a:buNone/>
            </a:pPr>
            <a:r>
              <a:rPr lang="en-US" altLang="en-US" sz="1400"/>
              <a:t>		}</a:t>
            </a:r>
          </a:p>
          <a:p>
            <a:pPr eaLnBrk="1" hangingPunct="1">
              <a:buFontTx/>
              <a:buNone/>
            </a:pPr>
            <a:r>
              <a:rPr lang="en-US" altLang="en-US" sz="1400"/>
              <a:t>	}</a:t>
            </a:r>
          </a:p>
          <a:p>
            <a:pPr eaLnBrk="1" hangingPunct="1">
              <a:buFontTx/>
              <a:buNone/>
            </a:pPr>
            <a:r>
              <a:rPr lang="en-US" altLang="en-US" sz="1400"/>
              <a:t>}</a:t>
            </a:r>
          </a:p>
          <a:p>
            <a:pPr eaLnBrk="1" hangingPunct="1">
              <a:buFontTx/>
              <a:buNone/>
            </a:pPr>
            <a:endParaRPr lang="en-US" altLang="en-US" sz="1600"/>
          </a:p>
        </p:txBody>
      </p:sp>
      <p:sp>
        <p:nvSpPr>
          <p:cNvPr id="30723" name="Slide Number Placeholder 4">
            <a:extLst>
              <a:ext uri="{FF2B5EF4-FFF2-40B4-BE49-F238E27FC236}">
                <a16:creationId xmlns:a16="http://schemas.microsoft.com/office/drawing/2014/main" id="{61AADC5C-2C08-B68F-0EB7-2FE57E1E730B}"/>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BF604ABA-44A5-4D70-95EE-AD84072F7CDF}" type="slidenum">
              <a:rPr lang="en-US" altLang="en-US" sz="2400">
                <a:latin typeface="Times New Roman" panose="02020603050405020304" pitchFamily="18" charset="0"/>
              </a:rPr>
              <a:pPr eaLnBrk="1" hangingPunct="1">
                <a:spcBef>
                  <a:spcPct val="0"/>
                </a:spcBef>
                <a:buClrTx/>
                <a:buFontTx/>
                <a:buNone/>
              </a:pPr>
              <a:t>25</a:t>
            </a:fld>
            <a:endParaRPr lang="en-US" altLang="en-US" sz="2400">
              <a:latin typeface="Times New Roman" panose="02020603050405020304" pitchFamily="18" charset="0"/>
            </a:endParaRPr>
          </a:p>
        </p:txBody>
      </p:sp>
      <p:sp>
        <p:nvSpPr>
          <p:cNvPr id="30724" name="Rectangle 4">
            <a:extLst>
              <a:ext uri="{FF2B5EF4-FFF2-40B4-BE49-F238E27FC236}">
                <a16:creationId xmlns:a16="http://schemas.microsoft.com/office/drawing/2014/main" id="{D5C8EA94-01EC-C401-58B5-7DF8BF07C61C}"/>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A371FF5F-C522-E57D-18B4-301DF0C7E751}"/>
              </a:ext>
            </a:extLst>
          </p:cNvPr>
          <p:cNvSpPr>
            <a:spLocks noGrp="1" noChangeArrowheads="1"/>
          </p:cNvSpPr>
          <p:nvPr>
            <p:ph idx="1"/>
          </p:nvPr>
        </p:nvSpPr>
        <p:spPr>
          <a:xfrm>
            <a:off x="304800" y="609600"/>
            <a:ext cx="8534400" cy="3048000"/>
          </a:xfrm>
        </p:spPr>
        <p:txBody>
          <a:bodyPr/>
          <a:lstStyle/>
          <a:p>
            <a:pPr eaLnBrk="1" hangingPunct="1">
              <a:buFontTx/>
              <a:buNone/>
            </a:pPr>
            <a:endParaRPr lang="en-US" altLang="en-US" sz="1400"/>
          </a:p>
          <a:p>
            <a:pPr eaLnBrk="1" hangingPunct="1">
              <a:buFontTx/>
              <a:buNone/>
            </a:pPr>
            <a:r>
              <a:rPr lang="en-US" altLang="en-US" sz="1400"/>
              <a:t>class   PCFixed </a:t>
            </a:r>
          </a:p>
          <a:p>
            <a:pPr eaLnBrk="1" hangingPunct="1">
              <a:buFontTx/>
              <a:buNone/>
            </a:pPr>
            <a:r>
              <a:rPr lang="en-US" altLang="en-US" sz="1400"/>
              <a:t>{             public  static  void  main(String  args[]) </a:t>
            </a:r>
          </a:p>
          <a:p>
            <a:pPr eaLnBrk="1" hangingPunct="1">
              <a:buFontTx/>
              <a:buNone/>
            </a:pPr>
            <a:r>
              <a:rPr lang="en-US" altLang="en-US" sz="1400"/>
              <a:t>		{</a:t>
            </a:r>
          </a:p>
          <a:p>
            <a:pPr eaLnBrk="1" hangingPunct="1">
              <a:buFontTx/>
              <a:buNone/>
            </a:pPr>
            <a:r>
              <a:rPr lang="en-US" altLang="en-US" sz="1400"/>
              <a:t>			Q   q = new   Q();</a:t>
            </a:r>
          </a:p>
          <a:p>
            <a:pPr eaLnBrk="1" hangingPunct="1">
              <a:buFontTx/>
              <a:buNone/>
            </a:pPr>
            <a:r>
              <a:rPr lang="en-US" altLang="en-US" sz="1400"/>
              <a:t>			new   Producer(q);</a:t>
            </a:r>
          </a:p>
          <a:p>
            <a:pPr eaLnBrk="1" hangingPunct="1">
              <a:buFontTx/>
              <a:buNone/>
            </a:pPr>
            <a:r>
              <a:rPr lang="en-US" altLang="en-US" sz="1400"/>
              <a:t>			new   Consumer(q);</a:t>
            </a:r>
          </a:p>
          <a:p>
            <a:pPr eaLnBrk="1" hangingPunct="1">
              <a:buFontTx/>
              <a:buNone/>
            </a:pPr>
            <a:r>
              <a:rPr lang="en-US" altLang="en-US" sz="1400"/>
              <a:t>			System.out.println("Press Control-C to stop.");</a:t>
            </a:r>
          </a:p>
          <a:p>
            <a:pPr eaLnBrk="1" hangingPunct="1">
              <a:buFontTx/>
              <a:buNone/>
            </a:pPr>
            <a:r>
              <a:rPr lang="en-US" altLang="en-US" sz="1400"/>
              <a:t>		}</a:t>
            </a:r>
          </a:p>
          <a:p>
            <a:pPr eaLnBrk="1" hangingPunct="1">
              <a:buFontTx/>
              <a:buNone/>
            </a:pPr>
            <a:r>
              <a:rPr lang="en-US" altLang="en-US" sz="1400"/>
              <a:t> }</a:t>
            </a:r>
          </a:p>
          <a:p>
            <a:pPr eaLnBrk="1" hangingPunct="1">
              <a:buFontTx/>
              <a:buNone/>
            </a:pPr>
            <a:endParaRPr lang="en-US" altLang="en-US" sz="1600"/>
          </a:p>
        </p:txBody>
      </p:sp>
      <p:sp>
        <p:nvSpPr>
          <p:cNvPr id="31747" name="Slide Number Placeholder 4">
            <a:extLst>
              <a:ext uri="{FF2B5EF4-FFF2-40B4-BE49-F238E27FC236}">
                <a16:creationId xmlns:a16="http://schemas.microsoft.com/office/drawing/2014/main" id="{B25C94E9-7CD5-8670-B267-E280C72ED0F2}"/>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E2278B0F-3495-4D3A-9219-C4C41E70DA27}" type="slidenum">
              <a:rPr lang="en-US" altLang="en-US" sz="2400">
                <a:latin typeface="Times New Roman" panose="02020603050405020304" pitchFamily="18" charset="0"/>
              </a:rPr>
              <a:pPr eaLnBrk="1" hangingPunct="1">
                <a:spcBef>
                  <a:spcPct val="0"/>
                </a:spcBef>
                <a:buClrTx/>
                <a:buFontTx/>
                <a:buNone/>
              </a:pPr>
              <a:t>26</a:t>
            </a:fld>
            <a:endParaRPr lang="en-US" altLang="en-US" sz="2400">
              <a:latin typeface="Times New Roman" panose="02020603050405020304" pitchFamily="18" charset="0"/>
            </a:endParaRPr>
          </a:p>
        </p:txBody>
      </p:sp>
      <p:sp>
        <p:nvSpPr>
          <p:cNvPr id="31748" name="Rectangle 4">
            <a:extLst>
              <a:ext uri="{FF2B5EF4-FFF2-40B4-BE49-F238E27FC236}">
                <a16:creationId xmlns:a16="http://schemas.microsoft.com/office/drawing/2014/main" id="{FF26C7CF-49BA-F7A0-2F74-7704E8F7E1B0}"/>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A06DE1C3-BD84-4288-841E-C18350BA0482}"/>
              </a:ext>
            </a:extLst>
          </p:cNvPr>
          <p:cNvSpPr>
            <a:spLocks noGrp="1" noChangeArrowheads="1"/>
          </p:cNvSpPr>
          <p:nvPr>
            <p:ph type="title"/>
          </p:nvPr>
        </p:nvSpPr>
        <p:spPr>
          <a:xfrm>
            <a:off x="152400" y="609600"/>
            <a:ext cx="8991600" cy="381000"/>
          </a:xfrm>
        </p:spPr>
        <p:txBody>
          <a:bodyPr/>
          <a:lstStyle/>
          <a:p>
            <a:pPr eaLnBrk="1" hangingPunct="1"/>
            <a:r>
              <a:rPr lang="en-US" altLang="en-US" sz="2000"/>
              <a:t>Output showing synchronous behaviour</a:t>
            </a:r>
          </a:p>
        </p:txBody>
      </p:sp>
      <p:sp>
        <p:nvSpPr>
          <p:cNvPr id="32771" name="Content Placeholder 2">
            <a:extLst>
              <a:ext uri="{FF2B5EF4-FFF2-40B4-BE49-F238E27FC236}">
                <a16:creationId xmlns:a16="http://schemas.microsoft.com/office/drawing/2014/main" id="{A35A6664-0034-82ED-4549-489F1D418DA1}"/>
              </a:ext>
            </a:extLst>
          </p:cNvPr>
          <p:cNvSpPr>
            <a:spLocks noGrp="1" noChangeArrowheads="1"/>
          </p:cNvSpPr>
          <p:nvPr>
            <p:ph idx="1"/>
          </p:nvPr>
        </p:nvSpPr>
        <p:spPr>
          <a:xfrm>
            <a:off x="304800" y="1143000"/>
            <a:ext cx="8382000" cy="3505200"/>
          </a:xfrm>
        </p:spPr>
        <p:txBody>
          <a:bodyPr/>
          <a:lstStyle/>
          <a:p>
            <a:pPr eaLnBrk="1" hangingPunct="1">
              <a:buFontTx/>
              <a:buNone/>
            </a:pPr>
            <a:r>
              <a:rPr lang="en-US" altLang="en-US" sz="1600"/>
              <a:t>    </a:t>
            </a:r>
            <a:r>
              <a:rPr lang="en-US" altLang="en-US" sz="1400"/>
              <a:t>Put:  1</a:t>
            </a:r>
          </a:p>
          <a:p>
            <a:pPr eaLnBrk="1" hangingPunct="1">
              <a:buFontTx/>
              <a:buNone/>
            </a:pPr>
            <a:r>
              <a:rPr lang="en-US" altLang="en-US" sz="1400"/>
              <a:t>    Got:  1</a:t>
            </a:r>
          </a:p>
          <a:p>
            <a:pPr eaLnBrk="1" hangingPunct="1">
              <a:buFontTx/>
              <a:buNone/>
            </a:pPr>
            <a:r>
              <a:rPr lang="en-US" altLang="en-US" sz="1400"/>
              <a:t>    Put:  2</a:t>
            </a:r>
          </a:p>
          <a:p>
            <a:pPr eaLnBrk="1" hangingPunct="1">
              <a:buFontTx/>
              <a:buNone/>
            </a:pPr>
            <a:r>
              <a:rPr lang="en-US" altLang="en-US" sz="1400"/>
              <a:t>    Got:  2</a:t>
            </a:r>
          </a:p>
          <a:p>
            <a:pPr eaLnBrk="1" hangingPunct="1">
              <a:buFontTx/>
              <a:buNone/>
            </a:pPr>
            <a:r>
              <a:rPr lang="en-US" altLang="en-US" sz="1400"/>
              <a:t>    Put:  3</a:t>
            </a:r>
          </a:p>
          <a:p>
            <a:pPr eaLnBrk="1" hangingPunct="1">
              <a:buFontTx/>
              <a:buNone/>
            </a:pPr>
            <a:r>
              <a:rPr lang="en-US" altLang="en-US" sz="1400"/>
              <a:t>    Got:  3</a:t>
            </a:r>
          </a:p>
          <a:p>
            <a:pPr eaLnBrk="1" hangingPunct="1">
              <a:buFontTx/>
              <a:buNone/>
            </a:pPr>
            <a:r>
              <a:rPr lang="en-US" altLang="en-US" sz="1400"/>
              <a:t>    Put:  4</a:t>
            </a:r>
          </a:p>
          <a:p>
            <a:pPr eaLnBrk="1" hangingPunct="1">
              <a:buFontTx/>
              <a:buNone/>
            </a:pPr>
            <a:r>
              <a:rPr lang="en-US" altLang="en-US" sz="1400"/>
              <a:t>    Got:  4</a:t>
            </a:r>
          </a:p>
          <a:p>
            <a:pPr eaLnBrk="1" hangingPunct="1">
              <a:buFontTx/>
              <a:buNone/>
            </a:pPr>
            <a:r>
              <a:rPr lang="en-US" altLang="en-US" sz="1400"/>
              <a:t>    Put:  5</a:t>
            </a:r>
          </a:p>
          <a:p>
            <a:pPr eaLnBrk="1" hangingPunct="1">
              <a:buFontTx/>
              <a:buNone/>
            </a:pPr>
            <a:r>
              <a:rPr lang="en-US" altLang="en-US" sz="1400"/>
              <a:t>    Got:  5</a:t>
            </a:r>
          </a:p>
          <a:p>
            <a:pPr eaLnBrk="1" hangingPunct="1">
              <a:buFontTx/>
              <a:buNone/>
            </a:pPr>
            <a:endParaRPr lang="en-US" altLang="en-US" sz="1600"/>
          </a:p>
          <a:p>
            <a:pPr eaLnBrk="1" hangingPunct="1">
              <a:buFontTx/>
              <a:buNone/>
            </a:pPr>
            <a:endParaRPr lang="en-US" altLang="en-US" sz="1600"/>
          </a:p>
        </p:txBody>
      </p:sp>
      <p:sp>
        <p:nvSpPr>
          <p:cNvPr id="32772" name="Slide Number Placeholder 4">
            <a:extLst>
              <a:ext uri="{FF2B5EF4-FFF2-40B4-BE49-F238E27FC236}">
                <a16:creationId xmlns:a16="http://schemas.microsoft.com/office/drawing/2014/main" id="{7828E80F-671F-7EB7-82C3-3CFF496F9969}"/>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5897DF52-E29D-452F-BD73-87B53FA7B8CC}" type="slidenum">
              <a:rPr lang="en-US" altLang="en-US" sz="2400">
                <a:latin typeface="Times New Roman" panose="02020603050405020304" pitchFamily="18" charset="0"/>
              </a:rPr>
              <a:pPr eaLnBrk="1" hangingPunct="1">
                <a:spcBef>
                  <a:spcPct val="0"/>
                </a:spcBef>
                <a:buClrTx/>
                <a:buFontTx/>
                <a:buNone/>
              </a:pPr>
              <a:t>27</a:t>
            </a:fld>
            <a:endParaRPr lang="en-US" altLang="en-US" sz="2400">
              <a:latin typeface="Times New Roman" panose="02020603050405020304" pitchFamily="18" charset="0"/>
            </a:endParaRPr>
          </a:p>
        </p:txBody>
      </p:sp>
      <p:sp>
        <p:nvSpPr>
          <p:cNvPr id="32773" name="Rectangle 4">
            <a:extLst>
              <a:ext uri="{FF2B5EF4-FFF2-40B4-BE49-F238E27FC236}">
                <a16:creationId xmlns:a16="http://schemas.microsoft.com/office/drawing/2014/main" id="{98DEF117-ED22-0DEC-AB41-CAF44EF3C58E}"/>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E43680C7-1EFD-6600-56AB-8E9762153D17}"/>
              </a:ext>
            </a:extLst>
          </p:cNvPr>
          <p:cNvSpPr>
            <a:spLocks noGrp="1" noChangeArrowheads="1"/>
          </p:cNvSpPr>
          <p:nvPr>
            <p:ph type="title"/>
          </p:nvPr>
        </p:nvSpPr>
        <p:spPr>
          <a:xfrm>
            <a:off x="304800" y="609600"/>
            <a:ext cx="8458200" cy="381000"/>
          </a:xfrm>
        </p:spPr>
        <p:txBody>
          <a:bodyPr/>
          <a:lstStyle/>
          <a:p>
            <a:pPr eaLnBrk="1" hangingPunct="1"/>
            <a:r>
              <a:rPr lang="en-US" altLang="en-US"/>
              <a:t>Deadlock</a:t>
            </a:r>
          </a:p>
        </p:txBody>
      </p:sp>
      <p:sp>
        <p:nvSpPr>
          <p:cNvPr id="33795" name="Content Placeholder 2">
            <a:extLst>
              <a:ext uri="{FF2B5EF4-FFF2-40B4-BE49-F238E27FC236}">
                <a16:creationId xmlns:a16="http://schemas.microsoft.com/office/drawing/2014/main" id="{DA49E16A-F3A9-5A4A-D9D1-559C2D8C5C63}"/>
              </a:ext>
            </a:extLst>
          </p:cNvPr>
          <p:cNvSpPr>
            <a:spLocks noGrp="1" noChangeArrowheads="1"/>
          </p:cNvSpPr>
          <p:nvPr>
            <p:ph idx="1"/>
          </p:nvPr>
        </p:nvSpPr>
        <p:spPr>
          <a:xfrm>
            <a:off x="152400" y="1143000"/>
            <a:ext cx="8763000" cy="4191000"/>
          </a:xfrm>
        </p:spPr>
        <p:txBody>
          <a:bodyPr/>
          <a:lstStyle/>
          <a:p>
            <a:pPr algn="just" eaLnBrk="1" hangingPunct="1"/>
            <a:r>
              <a:rPr lang="en-US" altLang="en-US" sz="1600" b="1"/>
              <a:t>Deadlock </a:t>
            </a:r>
            <a:r>
              <a:rPr lang="en-US" altLang="en-US" sz="1600"/>
              <a:t>occurs when two threads have a circular dependency on a pair of synchronized objects. </a:t>
            </a:r>
          </a:p>
          <a:p>
            <a:pPr algn="just" eaLnBrk="1" hangingPunct="1"/>
            <a:endParaRPr lang="en-US" altLang="en-US" sz="1600"/>
          </a:p>
          <a:p>
            <a:pPr eaLnBrk="1" hangingPunct="1"/>
            <a:r>
              <a:rPr lang="en-US" altLang="en-US" sz="1600" b="1"/>
              <a:t> For ex:      </a:t>
            </a:r>
          </a:p>
          <a:p>
            <a:pPr eaLnBrk="1" hangingPunct="1"/>
            <a:r>
              <a:rPr lang="en-US" altLang="en-US" sz="1600" b="1"/>
              <a:t> </a:t>
            </a:r>
            <a:r>
              <a:rPr lang="en-US" altLang="en-US" sz="1600"/>
              <a:t>Suppose one thread enters the monitor on object X and another thread enters the monitor on       object Y. </a:t>
            </a:r>
          </a:p>
          <a:p>
            <a:pPr eaLnBrk="1" hangingPunct="1"/>
            <a:endParaRPr lang="en-US" altLang="en-US" sz="1600"/>
          </a:p>
          <a:p>
            <a:pPr eaLnBrk="1" hangingPunct="1"/>
            <a:r>
              <a:rPr lang="en-US" altLang="en-US" sz="1600"/>
              <a:t> If the thread in X tries to call any synchronized method on Y, it will block as expected. </a:t>
            </a:r>
          </a:p>
          <a:p>
            <a:pPr eaLnBrk="1" hangingPunct="1"/>
            <a:endParaRPr lang="en-US" altLang="en-US" sz="1600"/>
          </a:p>
          <a:p>
            <a:pPr eaLnBrk="1" hangingPunct="1"/>
            <a:r>
              <a:rPr lang="en-US" altLang="en-US" sz="1600"/>
              <a:t>If the thread in Y, in turn, tries to call any synchronized method on X, the thread waits  forever, because to access X, it would have to release its own lock on Y so that the first    thread  could complete.</a:t>
            </a:r>
          </a:p>
          <a:p>
            <a:pPr eaLnBrk="1" hangingPunct="1">
              <a:buFontTx/>
              <a:buNone/>
            </a:pPr>
            <a:endParaRPr lang="en-US" altLang="en-US" sz="1600"/>
          </a:p>
        </p:txBody>
      </p:sp>
      <p:sp>
        <p:nvSpPr>
          <p:cNvPr id="33796" name="Slide Number Placeholder 4">
            <a:extLst>
              <a:ext uri="{FF2B5EF4-FFF2-40B4-BE49-F238E27FC236}">
                <a16:creationId xmlns:a16="http://schemas.microsoft.com/office/drawing/2014/main" id="{500C545B-95D8-7EEB-8494-D0644B175109}"/>
              </a:ext>
            </a:extLst>
          </p:cNvPr>
          <p:cNvSpPr>
            <a:spLocks noGrp="1"/>
          </p:cNvSpPr>
          <p:nvPr>
            <p:ph type="sldNum" sz="quarter" idx="4294967295"/>
          </p:nvPr>
        </p:nvSpPr>
        <p:spPr bwMode="auto">
          <a:xfrm>
            <a:off x="72390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a:spcBef>
                <a:spcPct val="40000"/>
              </a:spcBef>
              <a:buClr>
                <a:schemeClr val="accent1"/>
              </a:buClr>
              <a:buChar char="-"/>
              <a:defRPr sz="2800">
                <a:solidFill>
                  <a:schemeClr val="tx1"/>
                </a:solidFill>
                <a:latin typeface="Arial" panose="020B0604020202020204" pitchFamily="34" charset="0"/>
              </a:defRPr>
            </a:lvl2pPr>
            <a:lvl3pPr marL="1143000" indent="-228600">
              <a:spcBef>
                <a:spcPct val="40000"/>
              </a:spcBef>
              <a:buClr>
                <a:schemeClr val="accent1"/>
              </a:buClr>
              <a:buChar char="-"/>
              <a:defRPr sz="2400">
                <a:solidFill>
                  <a:schemeClr val="tx1"/>
                </a:solidFill>
                <a:latin typeface="Arial" panose="020B0604020202020204" pitchFamily="34" charset="0"/>
              </a:defRPr>
            </a:lvl3pPr>
            <a:lvl4pPr marL="1600200" indent="-228600">
              <a:spcBef>
                <a:spcPct val="40000"/>
              </a:spcBef>
              <a:buClr>
                <a:schemeClr val="accent1"/>
              </a:buClr>
              <a:buChar char="-"/>
              <a:defRPr sz="2000">
                <a:solidFill>
                  <a:schemeClr val="tx1"/>
                </a:solidFill>
                <a:latin typeface="Arial" panose="020B0604020202020204" pitchFamily="34" charset="0"/>
              </a:defRPr>
            </a:lvl4pPr>
            <a:lvl5pPr marL="2057400" indent="-228600">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fld id="{FBCC7E03-CD79-47CB-9E4A-17326C5177F2}" type="slidenum">
              <a:rPr lang="en-US" altLang="en-US" sz="2400">
                <a:latin typeface="Times New Roman" panose="02020603050405020304" pitchFamily="18" charset="0"/>
              </a:rPr>
              <a:pPr eaLnBrk="1" hangingPunct="1">
                <a:spcBef>
                  <a:spcPct val="0"/>
                </a:spcBef>
                <a:buClrTx/>
                <a:buFontTx/>
                <a:buNone/>
              </a:pPr>
              <a:t>28</a:t>
            </a:fld>
            <a:endParaRPr lang="en-US" altLang="en-US" sz="2400">
              <a:latin typeface="Times New Roman" panose="02020603050405020304" pitchFamily="18" charset="0"/>
            </a:endParaRPr>
          </a:p>
        </p:txBody>
      </p:sp>
      <p:sp>
        <p:nvSpPr>
          <p:cNvPr id="33797" name="Rectangle 4">
            <a:extLst>
              <a:ext uri="{FF2B5EF4-FFF2-40B4-BE49-F238E27FC236}">
                <a16:creationId xmlns:a16="http://schemas.microsoft.com/office/drawing/2014/main" id="{54580FDA-3EE7-5849-76F8-3617A060EBC3}"/>
              </a:ext>
            </a:extLst>
          </p:cNvPr>
          <p:cNvSpPr>
            <a:spLocks noChangeArrowheads="1"/>
          </p:cNvSpPr>
          <p:nvPr/>
        </p:nvSpPr>
        <p:spPr bwMode="gray">
          <a:xfrm>
            <a:off x="0" y="6122988"/>
            <a:ext cx="9144000" cy="735012"/>
          </a:xfrm>
          <a:prstGeom prst="rect">
            <a:avLst/>
          </a:prstGeom>
          <a:gradFill rotWithShape="1">
            <a:gsLst>
              <a:gs pos="0">
                <a:schemeClr val="accent2"/>
              </a:gs>
              <a:gs pos="100000">
                <a:schemeClr val="folHlink"/>
              </a:gs>
            </a:gsLst>
            <a:lin ang="0" scaled="1"/>
          </a:gradFill>
          <a:ln w="19050">
            <a:solidFill>
              <a:schemeClr val="bg1"/>
            </a:solidFill>
            <a:miter lim="800000"/>
            <a:headEnd/>
            <a:tailEnd/>
          </a:ln>
        </p:spPr>
        <p:txBody>
          <a:bodyPr lIns="180000" tIns="0" rIns="0" bIns="0" anchor="ctr"/>
          <a:lstStyle>
            <a:lvl1pPr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801688">
              <a:spcBef>
                <a:spcPct val="40000"/>
              </a:spcBef>
              <a:buClr>
                <a:schemeClr val="accent1"/>
              </a:buClr>
              <a:buChar char="-"/>
              <a:defRPr sz="2800">
                <a:solidFill>
                  <a:schemeClr val="tx1"/>
                </a:solidFill>
                <a:latin typeface="Arial" panose="020B0604020202020204" pitchFamily="34" charset="0"/>
              </a:defRPr>
            </a:lvl2pPr>
            <a:lvl3pPr marL="1143000" indent="-228600" defTabSz="801688">
              <a:spcBef>
                <a:spcPct val="40000"/>
              </a:spcBef>
              <a:buClr>
                <a:schemeClr val="accent1"/>
              </a:buClr>
              <a:buChar char="-"/>
              <a:defRPr sz="2400">
                <a:solidFill>
                  <a:schemeClr val="tx1"/>
                </a:solidFill>
                <a:latin typeface="Arial" panose="020B0604020202020204" pitchFamily="34" charset="0"/>
              </a:defRPr>
            </a:lvl3pPr>
            <a:lvl4pPr marL="1600200" indent="-228600" defTabSz="801688">
              <a:spcBef>
                <a:spcPct val="40000"/>
              </a:spcBef>
              <a:buClr>
                <a:schemeClr val="accent1"/>
              </a:buClr>
              <a:buChar char="-"/>
              <a:defRPr sz="2000">
                <a:solidFill>
                  <a:schemeClr val="tx1"/>
                </a:solidFill>
                <a:latin typeface="Arial" panose="020B0604020202020204" pitchFamily="34" charset="0"/>
              </a:defRPr>
            </a:lvl4pPr>
            <a:lvl5pPr marL="2057400" indent="-228600" defTabSz="801688">
              <a:spcBef>
                <a:spcPct val="4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defTabSz="801688" eaLnBrk="0" fontAlgn="base" hangingPunct="0">
              <a:spcBef>
                <a:spcPct val="4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FontTx/>
              <a:buNone/>
            </a:pPr>
            <a:endParaRPr lang="de-DE" altLang="en-US" sz="2400" b="1">
              <a:solidFill>
                <a:schemeClr val="bg1"/>
              </a:solidFill>
              <a:latin typeface="Times New Roman" panose="02020603050405020304" pitchFamily="18" charset="0"/>
            </a:endParaRPr>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2">
            <a:extLst>
              <a:ext uri="{FF2B5EF4-FFF2-40B4-BE49-F238E27FC236}">
                <a16:creationId xmlns:a16="http://schemas.microsoft.com/office/drawing/2014/main" id="{39C4252E-AA24-ABD3-73D8-89E4F744D56B}"/>
              </a:ext>
            </a:extLst>
          </p:cNvPr>
          <p:cNvSpPr>
            <a:spLocks noGrp="1" noChangeArrowheads="1"/>
          </p:cNvSpPr>
          <p:nvPr>
            <p:ph idx="1"/>
          </p:nvPr>
        </p:nvSpPr>
        <p:spPr>
          <a:xfrm>
            <a:off x="309563" y="685800"/>
            <a:ext cx="8524875" cy="4029075"/>
          </a:xfrm>
        </p:spPr>
        <p:txBody>
          <a:bodyPr/>
          <a:lstStyle/>
          <a:p>
            <a:r>
              <a:rPr lang="en-US" altLang="en-US"/>
              <a:t>class DeadlockExample {</a:t>
            </a:r>
          </a:p>
          <a:p>
            <a:endParaRPr lang="en-US" altLang="en-US"/>
          </a:p>
          <a:p>
            <a:r>
              <a:rPr lang="en-US" altLang="en-US"/>
              <a:t>    static final Object lock1 = new Object();   //Common base class Object                           						//defined in java.lang</a:t>
            </a:r>
          </a:p>
          <a:p>
            <a:r>
              <a:rPr lang="en-US" altLang="en-US"/>
              <a:t>    static final Object lock2 = new Object();</a:t>
            </a:r>
          </a:p>
          <a:p>
            <a:endParaRPr lang="en-US" altLang="en-US"/>
          </a:p>
          <a:p>
            <a:r>
              <a:rPr lang="en-US" altLang="en-US"/>
              <a:t>    public static void main(String[] args) {</a:t>
            </a:r>
          </a:p>
          <a:p>
            <a:endParaRPr lang="en-US" altLang="en-US"/>
          </a:p>
          <a:p>
            <a:r>
              <a:rPr lang="en-US" altLang="en-US"/>
              <a:t>        Thread t1 = new Thread(new Task1());</a:t>
            </a:r>
          </a:p>
          <a:p>
            <a:r>
              <a:rPr lang="en-US" altLang="en-US"/>
              <a:t>        Thread t2 = new Thread(new Task2());</a:t>
            </a:r>
          </a:p>
          <a:p>
            <a:endParaRPr lang="en-US" altLang="en-US"/>
          </a:p>
          <a:p>
            <a:r>
              <a:rPr lang="en-US" altLang="en-US"/>
              <a:t>        t1.start();</a:t>
            </a:r>
          </a:p>
          <a:p>
            <a:r>
              <a:rPr lang="en-US" altLang="en-US"/>
              <a:t>        t2.start();</a:t>
            </a:r>
          </a:p>
          <a:p>
            <a:r>
              <a:rPr lang="en-US" altLang="en-US"/>
              <a:t>    }</a:t>
            </a:r>
          </a:p>
          <a:p>
            <a:r>
              <a:rPr lang="en-US" altLang="en-US"/>
              <a:t>}</a:t>
            </a:r>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a:extLst>
              <a:ext uri="{FF2B5EF4-FFF2-40B4-BE49-F238E27FC236}">
                <a16:creationId xmlns:a16="http://schemas.microsoft.com/office/drawing/2014/main" id="{D684FC9A-2495-D952-EE11-E09535B0F693}"/>
              </a:ext>
            </a:extLst>
          </p:cNvPr>
          <p:cNvSpPr>
            <a:spLocks noGrp="1" noChangeArrowheads="1"/>
          </p:cNvSpPr>
          <p:nvPr>
            <p:ph idx="1"/>
          </p:nvPr>
        </p:nvSpPr>
        <p:spPr>
          <a:xfrm>
            <a:off x="228600" y="685800"/>
            <a:ext cx="8524875" cy="4029075"/>
          </a:xfrm>
        </p:spPr>
        <p:txBody>
          <a:bodyPr/>
          <a:lstStyle/>
          <a:p>
            <a:r>
              <a:rPr lang="en-US" altLang="en-US"/>
              <a:t>class Task1 implements Runnable {</a:t>
            </a:r>
          </a:p>
          <a:p>
            <a:r>
              <a:rPr lang="en-US" altLang="en-US"/>
              <a:t>    public void run() {</a:t>
            </a:r>
          </a:p>
          <a:p>
            <a:r>
              <a:rPr lang="en-US" altLang="en-US"/>
              <a:t>        synchronized (DeadlockExample.lock1) {</a:t>
            </a:r>
          </a:p>
          <a:p>
            <a:r>
              <a:rPr lang="en-US" altLang="en-US"/>
              <a:t>            System.out.println("Thread 1: Holding lock1");</a:t>
            </a:r>
          </a:p>
          <a:p>
            <a:r>
              <a:rPr lang="en-US" altLang="en-US"/>
              <a:t>            try {</a:t>
            </a:r>
          </a:p>
          <a:p>
            <a:r>
              <a:rPr lang="en-US" altLang="en-US"/>
              <a:t>                Thread.sleep(100);</a:t>
            </a:r>
          </a:p>
          <a:p>
            <a:r>
              <a:rPr lang="en-US" altLang="en-US"/>
              <a:t>            } catch (InterruptedException e) {</a:t>
            </a:r>
          </a:p>
          <a:p>
            <a:r>
              <a:rPr lang="en-US" altLang="en-US"/>
              <a:t>                e.printStackTrace();</a:t>
            </a:r>
          </a:p>
          <a:p>
            <a:r>
              <a:rPr lang="en-US" altLang="en-US"/>
              <a:t>            }</a:t>
            </a:r>
          </a:p>
          <a:p>
            <a:r>
              <a:rPr lang="en-US" altLang="en-US"/>
              <a:t>            synchronized (DeadlockExample.lock2) {</a:t>
            </a:r>
          </a:p>
          <a:p>
            <a:r>
              <a:rPr lang="en-US" altLang="en-US"/>
              <a:t>                System.out.println("Thread 1: Holding lock2");</a:t>
            </a:r>
          </a:p>
          <a:p>
            <a:r>
              <a:rPr lang="en-US" altLang="en-US"/>
              <a:t>            }</a:t>
            </a:r>
          </a:p>
          <a:p>
            <a:r>
              <a:rPr lang="en-US" altLang="en-US"/>
              <a:t>        }</a:t>
            </a:r>
          </a:p>
          <a:p>
            <a:r>
              <a:rPr lang="en-US" altLang="en-US"/>
              <a:t>    }  }</a:t>
            </a: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2">
            <a:extLst>
              <a:ext uri="{FF2B5EF4-FFF2-40B4-BE49-F238E27FC236}">
                <a16:creationId xmlns:a16="http://schemas.microsoft.com/office/drawing/2014/main" id="{F8CCAF44-EFAC-BF3E-A121-438FEE0E4225}"/>
              </a:ext>
            </a:extLst>
          </p:cNvPr>
          <p:cNvSpPr>
            <a:spLocks noGrp="1" noChangeArrowheads="1"/>
          </p:cNvSpPr>
          <p:nvPr>
            <p:ph idx="1"/>
          </p:nvPr>
        </p:nvSpPr>
        <p:spPr>
          <a:xfrm>
            <a:off x="228600" y="762000"/>
            <a:ext cx="8524875" cy="4029075"/>
          </a:xfrm>
        </p:spPr>
        <p:txBody>
          <a:bodyPr/>
          <a:lstStyle/>
          <a:p>
            <a:r>
              <a:rPr lang="en-US" altLang="en-US"/>
              <a:t>class Task2 implements Runnable {</a:t>
            </a:r>
          </a:p>
          <a:p>
            <a:r>
              <a:rPr lang="en-US" altLang="en-US"/>
              <a:t>    public void run() {</a:t>
            </a:r>
          </a:p>
          <a:p>
            <a:r>
              <a:rPr lang="en-US" altLang="en-US"/>
              <a:t>        synchronized (DeadlockExample.lock2) {</a:t>
            </a:r>
          </a:p>
          <a:p>
            <a:r>
              <a:rPr lang="en-US" altLang="en-US"/>
              <a:t>            System.out.println("Thread 2: Holding lock2");</a:t>
            </a:r>
          </a:p>
          <a:p>
            <a:r>
              <a:rPr lang="en-US" altLang="en-US"/>
              <a:t>            try {</a:t>
            </a:r>
          </a:p>
          <a:p>
            <a:r>
              <a:rPr lang="en-US" altLang="en-US"/>
              <a:t>                Thread.sleep(100);</a:t>
            </a:r>
          </a:p>
          <a:p>
            <a:r>
              <a:rPr lang="en-US" altLang="en-US"/>
              <a:t>            } catch (InterruptedException e) {</a:t>
            </a:r>
          </a:p>
          <a:p>
            <a:r>
              <a:rPr lang="en-US" altLang="en-US"/>
              <a:t>                e.printStackTrace();</a:t>
            </a:r>
          </a:p>
          <a:p>
            <a:r>
              <a:rPr lang="en-US" altLang="en-US"/>
              <a:t>            }</a:t>
            </a:r>
          </a:p>
          <a:p>
            <a:r>
              <a:rPr lang="en-US" altLang="en-US"/>
              <a:t>            synchronized (DeadlockExample.lock1) {</a:t>
            </a:r>
          </a:p>
          <a:p>
            <a:r>
              <a:rPr lang="en-US" altLang="en-US"/>
              <a:t>                System.out.println("Thread 2: Holding lock1");</a:t>
            </a:r>
          </a:p>
          <a:p>
            <a:r>
              <a:rPr lang="en-US" altLang="en-US"/>
              <a:t>            }</a:t>
            </a:r>
          </a:p>
          <a:p>
            <a:r>
              <a:rPr lang="en-US" altLang="en-US"/>
              <a:t>        }</a:t>
            </a:r>
          </a:p>
          <a:p>
            <a:r>
              <a:rPr lang="en-US" altLang="en-US"/>
              <a:t>    }</a:t>
            </a:r>
          </a:p>
          <a:p>
            <a:r>
              <a:rPr lang="en-US" altLang="en-US"/>
              <a:t>}</a:t>
            </a:r>
          </a:p>
        </p:txBody>
      </p:sp>
    </p:spTree>
  </p:cSld>
  <p:clrMapOvr>
    <a:masterClrMapping/>
  </p:clrMapOvr>
  <p:transition spd="med">
    <p:wipe dir="r"/>
  </p:transition>
</p:sld>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F7E4FCB1512840BAD4581AEB2993C3" ma:contentTypeVersion="3" ma:contentTypeDescription="Create a new document." ma:contentTypeScope="" ma:versionID="324425fce7a942132883d4f789ce0353">
  <xsd:schema xmlns:xsd="http://www.w3.org/2001/XMLSchema" xmlns:xs="http://www.w3.org/2001/XMLSchema" xmlns:p="http://schemas.microsoft.com/office/2006/metadata/properties" xmlns:ns2="e8abe1e0-1045-4bfa-861e-7a9dbaef2821" targetNamespace="http://schemas.microsoft.com/office/2006/metadata/properties" ma:root="true" ma:fieldsID="38e4dca0b9b8fb153f01297bae77524f" ns2:_="">
    <xsd:import namespace="e8abe1e0-1045-4bfa-861e-7a9dbaef28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abe1e0-1045-4bfa-861e-7a9dbaef28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CDD34C-9A78-446B-99C6-66D0873432E2}">
  <ds:schemaRefs>
    <ds:schemaRef ds:uri="http://schemas.microsoft.com/sharepoint/v3/contenttype/forms"/>
  </ds:schemaRefs>
</ds:datastoreItem>
</file>

<file path=customXml/itemProps2.xml><?xml version="1.0" encoding="utf-8"?>
<ds:datastoreItem xmlns:ds="http://schemas.openxmlformats.org/officeDocument/2006/customXml" ds:itemID="{E0AB005E-DFB7-48C4-8674-E10B6343E876}">
  <ds:schemaRefs>
    <ds:schemaRef ds:uri="e8abe1e0-1045-4bfa-861e-7a9dbaef28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exceptionhand_2013</Template>
  <Application>Microsoft Office PowerPoint</Application>
  <PresentationFormat>On-screen Show (4:3)</PresentationFormat>
  <Slides>31</Slides>
  <Notes>0</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Standarddesign</vt:lpstr>
      <vt:lpstr>MULTITHREADED PROGRAMMING-II</vt:lpstr>
      <vt:lpstr>Need for Synchronization</vt:lpstr>
      <vt:lpstr>PowerPoint Presentation</vt:lpstr>
      <vt:lpstr>PowerPoint Presentation</vt:lpstr>
      <vt:lpstr>Synchronization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Marking block of code as synchronized</vt:lpstr>
      <vt:lpstr>Interthread Communication</vt:lpstr>
      <vt:lpstr>PowerPoint Presentation</vt:lpstr>
      <vt:lpstr>PowerPoint Presentation</vt:lpstr>
      <vt:lpstr>PowerPoint Presentation</vt:lpstr>
      <vt:lpstr>PowerPoint Presentation</vt:lpstr>
      <vt:lpstr>Output</vt:lpstr>
      <vt:lpstr>Correct implementation using wait() and notify()</vt:lpstr>
      <vt:lpstr>PowerPoint Presentation</vt:lpstr>
      <vt:lpstr>PowerPoint Presentation</vt:lpstr>
      <vt:lpstr>PowerPoint Presentation</vt:lpstr>
      <vt:lpstr>Output showing synchronous behaviour</vt:lpstr>
      <vt:lpstr>Deadlock</vt:lpstr>
      <vt:lpstr>PowerPoint Presentation</vt:lpstr>
      <vt:lpstr>PowerPoint Presentation</vt:lpstr>
      <vt:lpstr>PowerPoint Presentation</vt:lpstr>
    </vt:vector>
  </TitlesOfParts>
  <Company>Virginia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Swing</dc:title>
  <dc:subject>cs3724</dc:subject>
  <dc:creator>Chris North</dc:creator>
  <cp:revision>2</cp:revision>
  <dcterms:created xsi:type="dcterms:W3CDTF">1601-01-01T00:00:00Z</dcterms:created>
  <dcterms:modified xsi:type="dcterms:W3CDTF">2026-02-02T05:32:53Z</dcterms:modified>
</cp:coreProperties>
</file>